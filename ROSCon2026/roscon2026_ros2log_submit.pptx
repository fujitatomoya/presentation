
<file path=[Content_Types].xml><?xml version="1.0" encoding="utf-8"?>
<Types xmlns="http://schemas.openxmlformats.org/package/2006/content-types">
  <Default Extension="jpg" ContentType="image/jpeg"/>
  <Default Extension="mp4" ContentType="video/mp4"/>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2"/>
  </p:notesMasterIdLst>
  <p:sldIdLst>
    <p:sldId id="256" r:id="rId2"/>
    <p:sldId id="257" r:id="rId3"/>
    <p:sldId id="258" r:id="rId4"/>
    <p:sldId id="2147474847" r:id="rId5"/>
    <p:sldId id="260" r:id="rId6"/>
    <p:sldId id="261" r:id="rId7"/>
    <p:sldId id="262" r:id="rId8"/>
    <p:sldId id="263" r:id="rId9"/>
    <p:sldId id="264" r:id="rId10"/>
    <p:sldId id="265" r:id="rId11"/>
    <p:sldId id="266" r:id="rId12"/>
    <p:sldId id="267" r:id="rId13"/>
    <p:sldId id="320" r:id="rId14"/>
    <p:sldId id="269" r:id="rId15"/>
    <p:sldId id="270" r:id="rId16"/>
    <p:sldId id="271" r:id="rId17"/>
    <p:sldId id="272" r:id="rId18"/>
    <p:sldId id="273" r:id="rId19"/>
    <p:sldId id="274" r:id="rId20"/>
    <p:sldId id="275" r:id="rId21"/>
  </p:sldIdLst>
  <p:sldSz cx="12192000" cy="6858000"/>
  <p:notesSz cx="9866313" cy="6735763"/>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15:guide id="1" orient="horz" pos="3107">
          <p15:clr>
            <a:srgbClr val="A4A3A4"/>
          </p15:clr>
        </p15:guide>
        <p15:guide id="2" pos="2121">
          <p15:clr>
            <a:srgbClr val="A4A3A4"/>
          </p15:clr>
        </p15:guide>
        <p15:guide id="3" orient="horz" pos="2121">
          <p15:clr>
            <a:srgbClr val="A4A3A4"/>
          </p15:clr>
        </p15:guide>
        <p15:guide id="4" pos="3107">
          <p15:clr>
            <a:srgbClr val="A4A3A4"/>
          </p15:clr>
        </p15:guide>
        <p15:guide id="5" orient="horz" pos="3138">
          <p15:clr>
            <a:srgbClr val="A4A3A4"/>
          </p15:clr>
        </p15:guide>
        <p15:guide id="6" orient="horz" pos="2142">
          <p15:clr>
            <a:srgbClr val="A4A3A4"/>
          </p15:clr>
        </p15:guide>
        <p15:guide id="7" pos="2136">
          <p15:clr>
            <a:srgbClr val="A4A3A4"/>
          </p15:clr>
        </p15:guide>
        <p15:guide id="8" pos="3129">
          <p15:clr>
            <a:srgbClr val="A4A3A4"/>
          </p15:clr>
        </p15:guide>
        <p15:guide id="9" orient="horz" pos="3077">
          <p15:clr>
            <a:srgbClr val="A4A3A4"/>
          </p15:clr>
        </p15:guide>
        <p15:guide id="10" orient="horz" pos="2100">
          <p15:clr>
            <a:srgbClr val="A4A3A4"/>
          </p15:clr>
        </p15:guide>
        <p15:guide id="11" pos="2106">
          <p15:clr>
            <a:srgbClr val="A4A3A4"/>
          </p15:clr>
        </p15:guide>
        <p15:guide id="12" pos="3085">
          <p15:clr>
            <a:srgbClr val="A4A3A4"/>
          </p15:clr>
        </p15:guide>
      </p15:notes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70" roundtripDataSignature="AMtx7mgasuxBUwGdd9ADkNJsQIqFcQyhf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5523" autoAdjust="0"/>
  </p:normalViewPr>
  <p:slideViewPr>
    <p:cSldViewPr snapToGrid="0">
      <p:cViewPr varScale="1">
        <p:scale>
          <a:sx n="63" d="100"/>
          <a:sy n="63" d="100"/>
        </p:scale>
        <p:origin x="780" y="32"/>
      </p:cViewPr>
      <p:guideLst>
        <p:guide orient="horz" pos="2160"/>
        <p:guide pos="384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3107"/>
        <p:guide pos="2121"/>
        <p:guide orient="horz" pos="2121"/>
        <p:guide pos="3107"/>
        <p:guide orient="horz" pos="3138"/>
        <p:guide orient="horz" pos="2142"/>
        <p:guide pos="2136"/>
        <p:guide pos="3129"/>
        <p:guide orient="horz" pos="3077"/>
        <p:guide orient="horz" pos="2100"/>
        <p:guide pos="2106"/>
        <p:guide pos="3085"/>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72"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71"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70"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7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slide" Target="slides/slide18.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5" y="0"/>
            <a:ext cx="4275403" cy="33795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5588631" y="0"/>
            <a:ext cx="4275403" cy="33795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2913063" y="841375"/>
            <a:ext cx="4040187" cy="22733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986632" y="3241587"/>
            <a:ext cx="7893050" cy="2652207"/>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5" y="6397807"/>
            <a:ext cx="4275403" cy="33795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5588631" y="6397807"/>
            <a:ext cx="4275403" cy="33795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ja-JP"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1:notes"/>
          <p:cNvSpPr>
            <a:spLocks noGrp="1" noRot="1" noChangeAspect="1"/>
          </p:cNvSpPr>
          <p:nvPr>
            <p:ph type="sldImg" idx="2"/>
          </p:nvPr>
        </p:nvSpPr>
        <p:spPr>
          <a:xfrm>
            <a:off x="2913063" y="841375"/>
            <a:ext cx="4040187" cy="22733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 name="Google Shape;83;p1:notes"/>
          <p:cNvSpPr txBox="1">
            <a:spLocks noGrp="1"/>
          </p:cNvSpPr>
          <p:nvPr>
            <p:ph type="body" idx="1"/>
          </p:nvPr>
        </p:nvSpPr>
        <p:spPr>
          <a:xfrm>
            <a:off x="986632" y="3241587"/>
            <a:ext cx="7893050" cy="265220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ja-JP"/>
              <a:t>just a quick introduction for both of us and presentation opening</a:t>
            </a:r>
            <a:endParaRPr/>
          </a:p>
        </p:txBody>
      </p:sp>
      <p:sp>
        <p:nvSpPr>
          <p:cNvPr id="84" name="Google Shape;84;p1:notes"/>
          <p:cNvSpPr txBox="1">
            <a:spLocks noGrp="1"/>
          </p:cNvSpPr>
          <p:nvPr>
            <p:ph type="sldNum" idx="12"/>
          </p:nvPr>
        </p:nvSpPr>
        <p:spPr>
          <a:xfrm>
            <a:off x="5588631" y="6397807"/>
            <a:ext cx="4275403" cy="33795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ja-JP"/>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2:notes"/>
          <p:cNvSpPr txBox="1">
            <a:spLocks noGrp="1"/>
          </p:cNvSpPr>
          <p:nvPr>
            <p:ph type="body" idx="1"/>
          </p:nvPr>
        </p:nvSpPr>
        <p:spPr>
          <a:xfrm>
            <a:off x="986632" y="3241587"/>
            <a:ext cx="7893050" cy="265220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ja-JP"/>
              <a:t>say we have 2 things here to present. the one is ros2log Fumiya is going to take this, and the other is rcl_logging_implementation that is new feature of lyrical I am going to talk about.</a:t>
            </a:r>
            <a:endParaRPr/>
          </a:p>
        </p:txBody>
      </p:sp>
      <p:sp>
        <p:nvSpPr>
          <p:cNvPr id="100" name="Google Shape;100;p2:notes"/>
          <p:cNvSpPr>
            <a:spLocks noGrp="1" noRot="1" noChangeAspect="1"/>
          </p:cNvSpPr>
          <p:nvPr>
            <p:ph type="sldImg" idx="2"/>
          </p:nvPr>
        </p:nvSpPr>
        <p:spPr>
          <a:xfrm>
            <a:off x="2913063" y="841375"/>
            <a:ext cx="4040187" cy="22733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3:notes"/>
          <p:cNvSpPr txBox="1">
            <a:spLocks noGrp="1"/>
          </p:cNvSpPr>
          <p:nvPr>
            <p:ph type="body" idx="1"/>
          </p:nvPr>
        </p:nvSpPr>
        <p:spPr>
          <a:xfrm>
            <a:off x="986632" y="3241587"/>
            <a:ext cx="7893050" cy="265220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p3:notes"/>
          <p:cNvSpPr>
            <a:spLocks noGrp="1" noRot="1" noChangeAspect="1"/>
          </p:cNvSpPr>
          <p:nvPr>
            <p:ph type="sldImg" idx="2"/>
          </p:nvPr>
        </p:nvSpPr>
        <p:spPr>
          <a:xfrm>
            <a:off x="2913063" y="841375"/>
            <a:ext cx="4040187" cy="22733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4BA353-B7FA-B3CE-F7E4-D80019F5AAD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6A658CA-E2D9-5208-EF65-D9DA679A147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E4E3DC7-F03A-B144-F1B5-7BD5D4DF6EE4}"/>
              </a:ext>
            </a:extLst>
          </p:cNvPr>
          <p:cNvSpPr>
            <a:spLocks noGrp="1"/>
          </p:cNvSpPr>
          <p:nvPr>
            <p:ph type="body" idx="1"/>
          </p:nvPr>
        </p:nvSpPr>
        <p:spPr/>
        <p:txBody>
          <a:bodyPr/>
          <a:lstStyle/>
          <a:p>
            <a:r>
              <a:rPr lang="ja-JP" altLang="ja-JP" dirty="0"/>
              <a:t>2:18</a:t>
            </a:r>
            <a:endParaRPr kumimoji="1" lang="ja-JP" altLang="en-US" dirty="0"/>
          </a:p>
        </p:txBody>
      </p:sp>
      <p:sp>
        <p:nvSpPr>
          <p:cNvPr id="4" name="スライド番号プレースホルダー 3">
            <a:extLst>
              <a:ext uri="{FF2B5EF4-FFF2-40B4-BE49-F238E27FC236}">
                <a16:creationId xmlns:a16="http://schemas.microsoft.com/office/drawing/2014/main" id="{88B75E08-893F-7EC7-50E8-A3BFA8EDFFEA}"/>
              </a:ext>
            </a:extLst>
          </p:cNvPr>
          <p:cNvSpPr>
            <a:spLocks noGrp="1"/>
          </p:cNvSpPr>
          <p:nvPr>
            <p:ph type="sldNum" sz="quarter" idx="5"/>
          </p:nvPr>
        </p:nvSpPr>
        <p:spPr/>
        <p:txBody>
          <a:bodyPr/>
          <a:lstStyle/>
          <a:p>
            <a:fld id="{B29C0960-0F58-46FB-B235-AC4F3AFCFB08}" type="slidenum">
              <a:rPr kumimoji="1" lang="ja-JP" altLang="en-US" smtClean="0"/>
              <a:t>4</a:t>
            </a:fld>
            <a:endParaRPr kumimoji="1" lang="ja-JP" altLang="en-US" dirty="0"/>
          </a:p>
        </p:txBody>
      </p:sp>
    </p:spTree>
    <p:extLst>
      <p:ext uri="{BB962C8B-B14F-4D97-AF65-F5344CB8AC3E}">
        <p14:creationId xmlns:p14="http://schemas.microsoft.com/office/powerpoint/2010/main" val="34871913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5:notes"/>
          <p:cNvSpPr>
            <a:spLocks noGrp="1" noRot="1" noChangeAspect="1"/>
          </p:cNvSpPr>
          <p:nvPr>
            <p:ph type="sldImg" idx="2"/>
          </p:nvPr>
        </p:nvSpPr>
        <p:spPr>
          <a:xfrm>
            <a:off x="2913063" y="841375"/>
            <a:ext cx="4040187" cy="22733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3" name="Google Shape;183;p5:notes"/>
          <p:cNvSpPr txBox="1">
            <a:spLocks noGrp="1"/>
          </p:cNvSpPr>
          <p:nvPr>
            <p:ph type="body" idx="1"/>
          </p:nvPr>
        </p:nvSpPr>
        <p:spPr>
          <a:xfrm>
            <a:off x="986632" y="3241587"/>
            <a:ext cx="7893050" cy="265220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84" name="Google Shape;184;p5:notes"/>
          <p:cNvSpPr txBox="1">
            <a:spLocks noGrp="1"/>
          </p:cNvSpPr>
          <p:nvPr>
            <p:ph type="sldNum" idx="12"/>
          </p:nvPr>
        </p:nvSpPr>
        <p:spPr>
          <a:xfrm>
            <a:off x="5588631" y="6397807"/>
            <a:ext cx="4275403" cy="33795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ja-JP"/>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6:notes"/>
          <p:cNvSpPr>
            <a:spLocks noGrp="1" noRot="1" noChangeAspect="1"/>
          </p:cNvSpPr>
          <p:nvPr>
            <p:ph type="sldImg" idx="2"/>
          </p:nvPr>
        </p:nvSpPr>
        <p:spPr>
          <a:xfrm>
            <a:off x="2913063" y="841375"/>
            <a:ext cx="4040187" cy="22733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7" name="Google Shape;197;p6:notes"/>
          <p:cNvSpPr txBox="1">
            <a:spLocks noGrp="1"/>
          </p:cNvSpPr>
          <p:nvPr>
            <p:ph type="body" idx="1"/>
          </p:nvPr>
        </p:nvSpPr>
        <p:spPr>
          <a:xfrm>
            <a:off x="986632" y="3241587"/>
            <a:ext cx="7893050" cy="265220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98" name="Google Shape;198;p6:notes"/>
          <p:cNvSpPr txBox="1">
            <a:spLocks noGrp="1"/>
          </p:cNvSpPr>
          <p:nvPr>
            <p:ph type="sldNum" idx="12"/>
          </p:nvPr>
        </p:nvSpPr>
        <p:spPr>
          <a:xfrm>
            <a:off x="5588631" y="6397807"/>
            <a:ext cx="4275403" cy="33795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ja-JP"/>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7:notes"/>
          <p:cNvSpPr>
            <a:spLocks noGrp="1" noRot="1" noChangeAspect="1"/>
          </p:cNvSpPr>
          <p:nvPr>
            <p:ph type="sldImg" idx="2"/>
          </p:nvPr>
        </p:nvSpPr>
        <p:spPr>
          <a:xfrm>
            <a:off x="2913063" y="841375"/>
            <a:ext cx="4040187" cy="22733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8" name="Google Shape;208;p7:notes"/>
          <p:cNvSpPr txBox="1">
            <a:spLocks noGrp="1"/>
          </p:cNvSpPr>
          <p:nvPr>
            <p:ph type="body" idx="1"/>
          </p:nvPr>
        </p:nvSpPr>
        <p:spPr>
          <a:xfrm>
            <a:off x="986632" y="3241587"/>
            <a:ext cx="7893050" cy="265220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09" name="Google Shape;209;p7:notes"/>
          <p:cNvSpPr txBox="1">
            <a:spLocks noGrp="1"/>
          </p:cNvSpPr>
          <p:nvPr>
            <p:ph type="sldNum" idx="12"/>
          </p:nvPr>
        </p:nvSpPr>
        <p:spPr>
          <a:xfrm>
            <a:off x="5588631" y="6397807"/>
            <a:ext cx="4275403" cy="33795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ja-JP"/>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p8:notes"/>
          <p:cNvSpPr>
            <a:spLocks noGrp="1" noRot="1" noChangeAspect="1"/>
          </p:cNvSpPr>
          <p:nvPr>
            <p:ph type="sldImg" idx="2"/>
          </p:nvPr>
        </p:nvSpPr>
        <p:spPr>
          <a:xfrm>
            <a:off x="2913063" y="841375"/>
            <a:ext cx="4040187" cy="22733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8" name="Google Shape;218;p8:notes"/>
          <p:cNvSpPr txBox="1">
            <a:spLocks noGrp="1"/>
          </p:cNvSpPr>
          <p:nvPr>
            <p:ph type="body" idx="1"/>
          </p:nvPr>
        </p:nvSpPr>
        <p:spPr>
          <a:xfrm>
            <a:off x="986632" y="3241587"/>
            <a:ext cx="7893050" cy="265220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19" name="Google Shape;219;p8:notes"/>
          <p:cNvSpPr txBox="1">
            <a:spLocks noGrp="1"/>
          </p:cNvSpPr>
          <p:nvPr>
            <p:ph type="sldNum" idx="12"/>
          </p:nvPr>
        </p:nvSpPr>
        <p:spPr>
          <a:xfrm>
            <a:off x="5588631" y="6397807"/>
            <a:ext cx="4275403" cy="33795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ja-JP"/>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9:notes"/>
          <p:cNvSpPr>
            <a:spLocks noGrp="1" noRot="1" noChangeAspect="1"/>
          </p:cNvSpPr>
          <p:nvPr>
            <p:ph type="sldImg" idx="2"/>
          </p:nvPr>
        </p:nvSpPr>
        <p:spPr>
          <a:xfrm>
            <a:off x="2913063" y="841375"/>
            <a:ext cx="4040187" cy="22733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0" name="Google Shape;230;p9:notes"/>
          <p:cNvSpPr txBox="1">
            <a:spLocks noGrp="1"/>
          </p:cNvSpPr>
          <p:nvPr>
            <p:ph type="body" idx="1"/>
          </p:nvPr>
        </p:nvSpPr>
        <p:spPr>
          <a:xfrm>
            <a:off x="986632" y="3241587"/>
            <a:ext cx="7893050" cy="265220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31" name="Google Shape;231;p9:notes"/>
          <p:cNvSpPr txBox="1">
            <a:spLocks noGrp="1"/>
          </p:cNvSpPr>
          <p:nvPr>
            <p:ph type="sldNum" idx="12"/>
          </p:nvPr>
        </p:nvSpPr>
        <p:spPr>
          <a:xfrm>
            <a:off x="5588631" y="6397807"/>
            <a:ext cx="4275403" cy="33795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ja-JP"/>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p10:notes"/>
          <p:cNvSpPr>
            <a:spLocks noGrp="1" noRot="1" noChangeAspect="1"/>
          </p:cNvSpPr>
          <p:nvPr>
            <p:ph type="sldImg" idx="2"/>
          </p:nvPr>
        </p:nvSpPr>
        <p:spPr>
          <a:xfrm>
            <a:off x="2913063" y="841375"/>
            <a:ext cx="4040187" cy="22733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0" name="Google Shape;240;p10:notes"/>
          <p:cNvSpPr txBox="1">
            <a:spLocks noGrp="1"/>
          </p:cNvSpPr>
          <p:nvPr>
            <p:ph type="body" idx="1"/>
          </p:nvPr>
        </p:nvSpPr>
        <p:spPr>
          <a:xfrm>
            <a:off x="986632" y="3241587"/>
            <a:ext cx="7893050" cy="265220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41" name="Google Shape;241;p10:notes"/>
          <p:cNvSpPr txBox="1">
            <a:spLocks noGrp="1"/>
          </p:cNvSpPr>
          <p:nvPr>
            <p:ph type="sldNum" idx="12"/>
          </p:nvPr>
        </p:nvSpPr>
        <p:spPr>
          <a:xfrm>
            <a:off x="5588631" y="6397807"/>
            <a:ext cx="4275403" cy="33795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ja-JP"/>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11:notes"/>
          <p:cNvSpPr>
            <a:spLocks noGrp="1" noRot="1" noChangeAspect="1"/>
          </p:cNvSpPr>
          <p:nvPr>
            <p:ph type="sldImg" idx="2"/>
          </p:nvPr>
        </p:nvSpPr>
        <p:spPr>
          <a:xfrm>
            <a:off x="2913063" y="841375"/>
            <a:ext cx="4040187" cy="22733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3" name="Google Shape;253;p11:notes"/>
          <p:cNvSpPr txBox="1">
            <a:spLocks noGrp="1"/>
          </p:cNvSpPr>
          <p:nvPr>
            <p:ph type="body" idx="1"/>
          </p:nvPr>
        </p:nvSpPr>
        <p:spPr>
          <a:xfrm>
            <a:off x="986632" y="3241587"/>
            <a:ext cx="7893050" cy="265220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54" name="Google Shape;254;p11:notes"/>
          <p:cNvSpPr txBox="1">
            <a:spLocks noGrp="1"/>
          </p:cNvSpPr>
          <p:nvPr>
            <p:ph type="sldNum" idx="12"/>
          </p:nvPr>
        </p:nvSpPr>
        <p:spPr>
          <a:xfrm>
            <a:off x="5588631" y="6397807"/>
            <a:ext cx="4275403" cy="33795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ja-JP"/>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12:notes"/>
          <p:cNvSpPr>
            <a:spLocks noGrp="1" noRot="1" noChangeAspect="1"/>
          </p:cNvSpPr>
          <p:nvPr>
            <p:ph type="sldImg" idx="2"/>
          </p:nvPr>
        </p:nvSpPr>
        <p:spPr>
          <a:xfrm>
            <a:off x="2913063" y="841375"/>
            <a:ext cx="4040187" cy="22733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2" name="Google Shape;262;p12:notes"/>
          <p:cNvSpPr txBox="1">
            <a:spLocks noGrp="1"/>
          </p:cNvSpPr>
          <p:nvPr>
            <p:ph type="body" idx="1"/>
          </p:nvPr>
        </p:nvSpPr>
        <p:spPr>
          <a:xfrm>
            <a:off x="986632" y="3241587"/>
            <a:ext cx="7893050" cy="265220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63" name="Google Shape;263;p12:notes"/>
          <p:cNvSpPr txBox="1">
            <a:spLocks noGrp="1"/>
          </p:cNvSpPr>
          <p:nvPr>
            <p:ph type="sldNum" idx="12"/>
          </p:nvPr>
        </p:nvSpPr>
        <p:spPr>
          <a:xfrm>
            <a:off x="5588631" y="6397807"/>
            <a:ext cx="4275403" cy="33795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ja-JP"/>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a:extLst>
            <a:ext uri="{FF2B5EF4-FFF2-40B4-BE49-F238E27FC236}">
              <a16:creationId xmlns:a16="http://schemas.microsoft.com/office/drawing/2014/main" id="{F6A814E7-FF05-4AEA-FDB6-4760F08F2E78}"/>
            </a:ext>
          </a:extLst>
        </p:cNvPr>
        <p:cNvGrpSpPr/>
        <p:nvPr/>
      </p:nvGrpSpPr>
      <p:grpSpPr>
        <a:xfrm>
          <a:off x="0" y="0"/>
          <a:ext cx="0" cy="0"/>
          <a:chOff x="0" y="0"/>
          <a:chExt cx="0" cy="0"/>
        </a:xfrm>
      </p:grpSpPr>
      <p:sp>
        <p:nvSpPr>
          <p:cNvPr id="277" name="Google Shape;277;p13:notes">
            <a:extLst>
              <a:ext uri="{FF2B5EF4-FFF2-40B4-BE49-F238E27FC236}">
                <a16:creationId xmlns:a16="http://schemas.microsoft.com/office/drawing/2014/main" id="{97D0CB70-1420-EE7E-06FE-CF49E8ED789A}"/>
              </a:ext>
            </a:extLst>
          </p:cNvPr>
          <p:cNvSpPr txBox="1">
            <a:spLocks noGrp="1"/>
          </p:cNvSpPr>
          <p:nvPr>
            <p:ph type="body" idx="1"/>
          </p:nvPr>
        </p:nvSpPr>
        <p:spPr>
          <a:xfrm>
            <a:off x="986632" y="3241587"/>
            <a:ext cx="7893050" cy="265220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8" name="Google Shape;278;p13:notes">
            <a:extLst>
              <a:ext uri="{FF2B5EF4-FFF2-40B4-BE49-F238E27FC236}">
                <a16:creationId xmlns:a16="http://schemas.microsoft.com/office/drawing/2014/main" id="{173C4009-45D9-8B51-320E-2196843B101B}"/>
              </a:ext>
            </a:extLst>
          </p:cNvPr>
          <p:cNvSpPr>
            <a:spLocks noGrp="1" noRot="1" noChangeAspect="1"/>
          </p:cNvSpPr>
          <p:nvPr>
            <p:ph type="sldImg" idx="2"/>
          </p:nvPr>
        </p:nvSpPr>
        <p:spPr>
          <a:xfrm>
            <a:off x="2913063" y="841375"/>
            <a:ext cx="4040187" cy="22733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11065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p14:notes"/>
          <p:cNvSpPr txBox="1">
            <a:spLocks noGrp="1"/>
          </p:cNvSpPr>
          <p:nvPr>
            <p:ph type="body" idx="1"/>
          </p:nvPr>
        </p:nvSpPr>
        <p:spPr>
          <a:xfrm>
            <a:off x="986632" y="3241587"/>
            <a:ext cx="7893050" cy="265220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0" name="Google Shape;300;p14:notes"/>
          <p:cNvSpPr>
            <a:spLocks noGrp="1" noRot="1" noChangeAspect="1"/>
          </p:cNvSpPr>
          <p:nvPr>
            <p:ph type="sldImg" idx="2"/>
          </p:nvPr>
        </p:nvSpPr>
        <p:spPr>
          <a:xfrm>
            <a:off x="2913063" y="841375"/>
            <a:ext cx="4040187" cy="22733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p15:notes"/>
          <p:cNvSpPr txBox="1">
            <a:spLocks noGrp="1"/>
          </p:cNvSpPr>
          <p:nvPr>
            <p:ph type="body" idx="1"/>
          </p:nvPr>
        </p:nvSpPr>
        <p:spPr>
          <a:xfrm>
            <a:off x="986632" y="3241587"/>
            <a:ext cx="7893050" cy="265220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ja-JP"/>
              <a:t>Just share the ROS 2 logging subsystem overview.</a:t>
            </a:r>
            <a:endParaRPr/>
          </a:p>
          <a:p>
            <a:pPr marL="0" lvl="0" indent="0" algn="l" rtl="0">
              <a:spcBef>
                <a:spcPts val="0"/>
              </a:spcBef>
              <a:spcAft>
                <a:spcPts val="0"/>
              </a:spcAft>
              <a:buNone/>
            </a:pPr>
            <a:r>
              <a:rPr lang="ja-JP"/>
              <a:t>we have 3 backend sinks, rmw, spdlog and stdout.</a:t>
            </a:r>
            <a:endParaRPr/>
          </a:p>
          <a:p>
            <a:pPr marL="0" lvl="0" indent="0" algn="l" rtl="0">
              <a:spcBef>
                <a:spcPts val="0"/>
              </a:spcBef>
              <a:spcAft>
                <a:spcPts val="0"/>
              </a:spcAft>
              <a:buNone/>
            </a:pPr>
            <a:r>
              <a:rPr lang="ja-JP"/>
              <a:t>and user can configure the appropriate logger level to filter out the log messages in core utility library.</a:t>
            </a:r>
            <a:endParaRPr/>
          </a:p>
        </p:txBody>
      </p:sp>
      <p:sp>
        <p:nvSpPr>
          <p:cNvPr id="337" name="Google Shape;337;p15:notes"/>
          <p:cNvSpPr>
            <a:spLocks noGrp="1" noRot="1" noChangeAspect="1"/>
          </p:cNvSpPr>
          <p:nvPr>
            <p:ph type="sldImg" idx="2"/>
          </p:nvPr>
        </p:nvSpPr>
        <p:spPr>
          <a:xfrm>
            <a:off x="2913063" y="841375"/>
            <a:ext cx="4040187" cy="22733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p16:notes"/>
          <p:cNvSpPr txBox="1">
            <a:spLocks noGrp="1"/>
          </p:cNvSpPr>
          <p:nvPr>
            <p:ph type="body" idx="1"/>
          </p:nvPr>
        </p:nvSpPr>
        <p:spPr>
          <a:xfrm>
            <a:off x="986632" y="3241587"/>
            <a:ext cx="7893050" cy="265220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ja-JP"/>
              <a:t>remember ROSCon 2025? explain the pain and plan.</a:t>
            </a:r>
            <a:endParaRPr/>
          </a:p>
        </p:txBody>
      </p:sp>
      <p:sp>
        <p:nvSpPr>
          <p:cNvPr id="367" name="Google Shape;367;p16:notes"/>
          <p:cNvSpPr>
            <a:spLocks noGrp="1" noRot="1" noChangeAspect="1"/>
          </p:cNvSpPr>
          <p:nvPr>
            <p:ph type="sldImg" idx="2"/>
          </p:nvPr>
        </p:nvSpPr>
        <p:spPr>
          <a:xfrm>
            <a:off x="2913063" y="841375"/>
            <a:ext cx="4040187" cy="22733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p17:notes"/>
          <p:cNvSpPr txBox="1">
            <a:spLocks noGrp="1"/>
          </p:cNvSpPr>
          <p:nvPr>
            <p:ph type="body" idx="1"/>
          </p:nvPr>
        </p:nvSpPr>
        <p:spPr>
          <a:xfrm>
            <a:off x="986632" y="3241587"/>
            <a:ext cx="7893050" cy="265220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ja-JP"/>
              <a:t>introduce rcl_logging_implementation that dlopens the logging backend library that user can configure.</a:t>
            </a:r>
            <a:endParaRPr/>
          </a:p>
          <a:p>
            <a:pPr marL="0" lvl="0" indent="0" algn="l" rtl="0">
              <a:spcBef>
                <a:spcPts val="0"/>
              </a:spcBef>
              <a:spcAft>
                <a:spcPts val="0"/>
              </a:spcAft>
              <a:buNone/>
            </a:pPr>
            <a:r>
              <a:rPr lang="ja-JP"/>
              <a:t>dynamic loading is the default behavior, but user can still set the environment variable to configure the logging backend statically linked without having the abstraction layer API binding.</a:t>
            </a:r>
            <a:endParaRPr/>
          </a:p>
        </p:txBody>
      </p:sp>
      <p:sp>
        <p:nvSpPr>
          <p:cNvPr id="377" name="Google Shape;377;p17:notes"/>
          <p:cNvSpPr>
            <a:spLocks noGrp="1" noRot="1" noChangeAspect="1"/>
          </p:cNvSpPr>
          <p:nvPr>
            <p:ph type="sldImg" idx="2"/>
          </p:nvPr>
        </p:nvSpPr>
        <p:spPr>
          <a:xfrm>
            <a:off x="2913063" y="841375"/>
            <a:ext cx="4040187" cy="22733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p18:notes"/>
          <p:cNvSpPr txBox="1">
            <a:spLocks noGrp="1"/>
          </p:cNvSpPr>
          <p:nvPr>
            <p:ph type="body" idx="1"/>
          </p:nvPr>
        </p:nvSpPr>
        <p:spPr>
          <a:xfrm>
            <a:off x="986632" y="3241587"/>
            <a:ext cx="7893050" cy="265220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ja-JP"/>
              <a:t>with that, we can now configure the preferred logging backend as we like at runtime.</a:t>
            </a:r>
            <a:endParaRPr/>
          </a:p>
          <a:p>
            <a:pPr marL="0" lvl="0" indent="0" algn="l" rtl="0">
              <a:spcBef>
                <a:spcPts val="0"/>
              </a:spcBef>
              <a:spcAft>
                <a:spcPts val="0"/>
              </a:spcAft>
              <a:buNone/>
            </a:pPr>
            <a:r>
              <a:rPr lang="ja-JP"/>
              <a:t>rcl_logging_syslog is introduced last year ROSCon 2025, and now this can be plugged in the rcl at runtime.</a:t>
            </a:r>
            <a:endParaRPr/>
          </a:p>
          <a:p>
            <a:pPr marL="0" lvl="0" indent="0" algn="l" rtl="0">
              <a:spcBef>
                <a:spcPts val="0"/>
              </a:spcBef>
              <a:spcAft>
                <a:spcPts val="0"/>
              </a:spcAft>
              <a:buNone/>
            </a:pPr>
            <a:r>
              <a:rPr lang="ja-JP"/>
              <a:t>that also can support the logging pipeline as described here with FluentBit, Fluentd, Grafana Loki and so on.</a:t>
            </a:r>
            <a:endParaRPr/>
          </a:p>
        </p:txBody>
      </p:sp>
      <p:sp>
        <p:nvSpPr>
          <p:cNvPr id="386" name="Google Shape;386;p18:notes"/>
          <p:cNvSpPr>
            <a:spLocks noGrp="1" noRot="1" noChangeAspect="1"/>
          </p:cNvSpPr>
          <p:nvPr>
            <p:ph type="sldImg" idx="2"/>
          </p:nvPr>
        </p:nvSpPr>
        <p:spPr>
          <a:xfrm>
            <a:off x="2913063" y="841375"/>
            <a:ext cx="4040187" cy="22733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p19:notes"/>
          <p:cNvSpPr txBox="1">
            <a:spLocks noGrp="1"/>
          </p:cNvSpPr>
          <p:nvPr>
            <p:ph type="body" idx="1"/>
          </p:nvPr>
        </p:nvSpPr>
        <p:spPr>
          <a:xfrm>
            <a:off x="986632" y="3241587"/>
            <a:ext cx="7893050" cy="265220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ja-JP"/>
              <a:t>with having the abstraction layer, we can now install and go use different logging backend such as rcl_logging_syslog package.</a:t>
            </a:r>
            <a:endParaRPr/>
          </a:p>
          <a:p>
            <a:pPr marL="0" lvl="0" indent="0" algn="l" rtl="0">
              <a:spcBef>
                <a:spcPts val="0"/>
              </a:spcBef>
              <a:spcAft>
                <a:spcPts val="0"/>
              </a:spcAft>
              <a:buNone/>
            </a:pPr>
            <a:r>
              <a:rPr lang="ja-JP"/>
              <a:t>there are some other logging backend packages are developed and available, you can look them up for the rosindex.</a:t>
            </a:r>
            <a:endParaRPr/>
          </a:p>
        </p:txBody>
      </p:sp>
      <p:sp>
        <p:nvSpPr>
          <p:cNvPr id="395" name="Google Shape;395;p19:notes"/>
          <p:cNvSpPr>
            <a:spLocks noGrp="1" noRot="1" noChangeAspect="1"/>
          </p:cNvSpPr>
          <p:nvPr>
            <p:ph type="sldImg" idx="2"/>
          </p:nvPr>
        </p:nvSpPr>
        <p:spPr>
          <a:xfrm>
            <a:off x="2913063" y="841375"/>
            <a:ext cx="4040187" cy="22733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p20:notes"/>
          <p:cNvSpPr>
            <a:spLocks noGrp="1" noRot="1" noChangeAspect="1"/>
          </p:cNvSpPr>
          <p:nvPr>
            <p:ph type="sldImg" idx="2"/>
          </p:nvPr>
        </p:nvSpPr>
        <p:spPr>
          <a:xfrm>
            <a:off x="2913063" y="841375"/>
            <a:ext cx="4040187" cy="22733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5" name="Google Shape;405;p20:notes"/>
          <p:cNvSpPr txBox="1">
            <a:spLocks noGrp="1"/>
          </p:cNvSpPr>
          <p:nvPr>
            <p:ph type="body" idx="1"/>
          </p:nvPr>
        </p:nvSpPr>
        <p:spPr>
          <a:xfrm>
            <a:off x="986632" y="3241587"/>
            <a:ext cx="7893050" cy="265220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406" name="Google Shape;406;p20:notes"/>
          <p:cNvSpPr txBox="1">
            <a:spLocks noGrp="1"/>
          </p:cNvSpPr>
          <p:nvPr>
            <p:ph type="sldNum" idx="12"/>
          </p:nvPr>
        </p:nvSpPr>
        <p:spPr>
          <a:xfrm>
            <a:off x="5588631" y="6397807"/>
            <a:ext cx="4275403" cy="33795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ja-JP"/>
              <a:t>20</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タイトル スライド" type="title">
  <p:cSld name="TITLE">
    <p:spTree>
      <p:nvGrpSpPr>
        <p:cNvPr id="1" name="Shape 14"/>
        <p:cNvGrpSpPr/>
        <p:nvPr/>
      </p:nvGrpSpPr>
      <p:grpSpPr>
        <a:xfrm>
          <a:off x="0" y="0"/>
          <a:ext cx="0" cy="0"/>
          <a:chOff x="0" y="0"/>
          <a:chExt cx="0" cy="0"/>
        </a:xfrm>
      </p:grpSpPr>
      <p:sp>
        <p:nvSpPr>
          <p:cNvPr id="15" name="Google Shape;15;p66"/>
          <p:cNvSpPr txBox="1">
            <a:spLocks noGrp="1"/>
          </p:cNvSpPr>
          <p:nvPr>
            <p:ph type="ctrTitle"/>
          </p:nvPr>
        </p:nvSpPr>
        <p:spPr>
          <a:xfrm>
            <a:off x="914400" y="1628807"/>
            <a:ext cx="103632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 name="Google Shape;16;p66"/>
          <p:cNvSpPr txBox="1">
            <a:spLocks noGrp="1"/>
          </p:cNvSpPr>
          <p:nvPr>
            <p:ph type="subTitle" idx="1"/>
          </p:nvPr>
        </p:nvSpPr>
        <p:spPr>
          <a:xfrm>
            <a:off x="1828800" y="3933056"/>
            <a:ext cx="8534400" cy="1752600"/>
          </a:xfrm>
          <a:prstGeom prst="rect">
            <a:avLst/>
          </a:prstGeom>
          <a:noFill/>
          <a:ln>
            <a:noFill/>
          </a:ln>
        </p:spPr>
        <p:txBody>
          <a:bodyPr spcFirstLastPara="1" wrap="square" lIns="91425" tIns="45700" rIns="91425" bIns="45700" anchor="t" anchorCtr="0">
            <a:normAutofit/>
          </a:bodyPr>
          <a:lstStyle>
            <a:lvl1pPr lvl="0" algn="ctr">
              <a:spcBef>
                <a:spcPts val="480"/>
              </a:spcBef>
              <a:spcAft>
                <a:spcPts val="0"/>
              </a:spcAft>
              <a:buClr>
                <a:srgbClr val="888888"/>
              </a:buClr>
              <a:buSzPts val="2400"/>
              <a:buNone/>
              <a:defRPr>
                <a:solidFill>
                  <a:srgbClr val="888888"/>
                </a:solidFill>
              </a:defRPr>
            </a:lvl1pPr>
            <a:lvl2pPr lvl="1" algn="ctr">
              <a:spcBef>
                <a:spcPts val="420"/>
              </a:spcBef>
              <a:spcAft>
                <a:spcPts val="0"/>
              </a:spcAft>
              <a:buClr>
                <a:srgbClr val="888888"/>
              </a:buClr>
              <a:buSzPts val="2100"/>
              <a:buNone/>
              <a:defRPr>
                <a:solidFill>
                  <a:srgbClr val="888888"/>
                </a:solidFill>
              </a:defRPr>
            </a:lvl2pPr>
            <a:lvl3pPr lvl="2" algn="ctr">
              <a:spcBef>
                <a:spcPts val="360"/>
              </a:spcBef>
              <a:spcAft>
                <a:spcPts val="0"/>
              </a:spcAft>
              <a:buClr>
                <a:srgbClr val="888888"/>
              </a:buClr>
              <a:buSzPts val="1800"/>
              <a:buNone/>
              <a:defRPr>
                <a:solidFill>
                  <a:srgbClr val="888888"/>
                </a:solidFill>
              </a:defRPr>
            </a:lvl3pPr>
            <a:lvl4pPr lvl="3" algn="ctr">
              <a:spcBef>
                <a:spcPts val="300"/>
              </a:spcBef>
              <a:spcAft>
                <a:spcPts val="0"/>
              </a:spcAft>
              <a:buClr>
                <a:srgbClr val="888888"/>
              </a:buClr>
              <a:buSzPts val="1500"/>
              <a:buNone/>
              <a:defRPr>
                <a:solidFill>
                  <a:srgbClr val="888888"/>
                </a:solidFill>
              </a:defRPr>
            </a:lvl4pPr>
            <a:lvl5pPr lvl="4" algn="ctr">
              <a:spcBef>
                <a:spcPts val="300"/>
              </a:spcBef>
              <a:spcAft>
                <a:spcPts val="0"/>
              </a:spcAft>
              <a:buClr>
                <a:srgbClr val="888888"/>
              </a:buClr>
              <a:buSzPts val="1500"/>
              <a:buNone/>
              <a:defRPr>
                <a:solidFill>
                  <a:srgbClr val="888888"/>
                </a:solidFill>
              </a:defRPr>
            </a:lvl5pPr>
            <a:lvl6pPr lvl="5" algn="ctr">
              <a:spcBef>
                <a:spcPts val="300"/>
              </a:spcBef>
              <a:spcAft>
                <a:spcPts val="0"/>
              </a:spcAft>
              <a:buClr>
                <a:srgbClr val="888888"/>
              </a:buClr>
              <a:buSzPts val="1500"/>
              <a:buNone/>
              <a:defRPr>
                <a:solidFill>
                  <a:srgbClr val="888888"/>
                </a:solidFill>
              </a:defRPr>
            </a:lvl6pPr>
            <a:lvl7pPr lvl="6" algn="ctr">
              <a:spcBef>
                <a:spcPts val="300"/>
              </a:spcBef>
              <a:spcAft>
                <a:spcPts val="0"/>
              </a:spcAft>
              <a:buClr>
                <a:srgbClr val="888888"/>
              </a:buClr>
              <a:buSzPts val="1500"/>
              <a:buNone/>
              <a:defRPr>
                <a:solidFill>
                  <a:srgbClr val="888888"/>
                </a:solidFill>
              </a:defRPr>
            </a:lvl7pPr>
            <a:lvl8pPr lvl="7" algn="ctr">
              <a:spcBef>
                <a:spcPts val="300"/>
              </a:spcBef>
              <a:spcAft>
                <a:spcPts val="0"/>
              </a:spcAft>
              <a:buClr>
                <a:srgbClr val="888888"/>
              </a:buClr>
              <a:buSzPts val="1500"/>
              <a:buNone/>
              <a:defRPr>
                <a:solidFill>
                  <a:srgbClr val="888888"/>
                </a:solidFill>
              </a:defRPr>
            </a:lvl8pPr>
            <a:lvl9pPr lvl="8" algn="ctr">
              <a:spcBef>
                <a:spcPts val="300"/>
              </a:spcBef>
              <a:spcAft>
                <a:spcPts val="0"/>
              </a:spcAft>
              <a:buClr>
                <a:srgbClr val="888888"/>
              </a:buClr>
              <a:buSzPts val="1500"/>
              <a:buNone/>
              <a:defRPr>
                <a:solidFill>
                  <a:srgbClr val="888888"/>
                </a:solidFill>
              </a:defRPr>
            </a:lvl9pPr>
          </a:lstStyle>
          <a:p>
            <a:endParaRPr/>
          </a:p>
        </p:txBody>
      </p:sp>
      <p:sp>
        <p:nvSpPr>
          <p:cNvPr id="17" name="Google Shape;17;p66"/>
          <p:cNvSpPr txBox="1">
            <a:spLocks noGrp="1"/>
          </p:cNvSpPr>
          <p:nvPr>
            <p:ph type="sldNum" idx="12"/>
          </p:nvPr>
        </p:nvSpPr>
        <p:spPr>
          <a:xfrm>
            <a:off x="8989119" y="6535795"/>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タイトルとコンテンツ" type="obj">
  <p:cSld name="OBJECT">
    <p:spTree>
      <p:nvGrpSpPr>
        <p:cNvPr id="1" name="Shape 18"/>
        <p:cNvGrpSpPr/>
        <p:nvPr/>
      </p:nvGrpSpPr>
      <p:grpSpPr>
        <a:xfrm>
          <a:off x="0" y="0"/>
          <a:ext cx="0" cy="0"/>
          <a:chOff x="0" y="0"/>
          <a:chExt cx="0" cy="0"/>
        </a:xfrm>
      </p:grpSpPr>
      <p:sp>
        <p:nvSpPr>
          <p:cNvPr id="19" name="Google Shape;19;p67"/>
          <p:cNvSpPr txBox="1">
            <a:spLocks noGrp="1"/>
          </p:cNvSpPr>
          <p:nvPr>
            <p:ph type="title"/>
          </p:nvPr>
        </p:nvSpPr>
        <p:spPr>
          <a:xfrm>
            <a:off x="431372" y="10491"/>
            <a:ext cx="11760627" cy="706595"/>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dk1"/>
              </a:buClr>
              <a:buSzPts val="3200"/>
              <a:buFont typeface="Arial"/>
              <a:buNone/>
              <a:defRPr sz="32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67"/>
          <p:cNvSpPr txBox="1">
            <a:spLocks noGrp="1"/>
          </p:cNvSpPr>
          <p:nvPr>
            <p:ph type="body" idx="1"/>
          </p:nvPr>
        </p:nvSpPr>
        <p:spPr>
          <a:xfrm>
            <a:off x="431373" y="739894"/>
            <a:ext cx="11329259" cy="5584707"/>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2"/>
              </a:buClr>
              <a:buSzPts val="2400"/>
              <a:buFont typeface="Noto Sans Symbols"/>
              <a:buChar char="■"/>
              <a:defRPr sz="2400"/>
            </a:lvl1pPr>
            <a:lvl2pPr marL="914400" lvl="1" indent="-368300" algn="l">
              <a:spcBef>
                <a:spcPts val="440"/>
              </a:spcBef>
              <a:spcAft>
                <a:spcPts val="0"/>
              </a:spcAft>
              <a:buClr>
                <a:schemeClr val="dk2"/>
              </a:buClr>
              <a:buSzPts val="2200"/>
              <a:buChar char="–"/>
              <a:defRPr sz="2200"/>
            </a:lvl2pPr>
            <a:lvl3pPr marL="1371600" lvl="2" indent="-355600" algn="l">
              <a:spcBef>
                <a:spcPts val="400"/>
              </a:spcBef>
              <a:spcAft>
                <a:spcPts val="0"/>
              </a:spcAft>
              <a:buClr>
                <a:schemeClr val="dk2"/>
              </a:buClr>
              <a:buSzPts val="2000"/>
              <a:buChar char="•"/>
              <a:defRPr sz="2000"/>
            </a:lvl3pPr>
            <a:lvl4pPr marL="1828800" lvl="3" indent="-323850" algn="l">
              <a:spcBef>
                <a:spcPts val="300"/>
              </a:spcBef>
              <a:spcAft>
                <a:spcPts val="0"/>
              </a:spcAft>
              <a:buClr>
                <a:schemeClr val="dk2"/>
              </a:buClr>
              <a:buSzPts val="1500"/>
              <a:buChar char="–"/>
              <a:defRPr/>
            </a:lvl4pPr>
            <a:lvl5pPr marL="2286000" lvl="4" indent="-323850" algn="l">
              <a:spcBef>
                <a:spcPts val="300"/>
              </a:spcBef>
              <a:spcAft>
                <a:spcPts val="0"/>
              </a:spcAft>
              <a:buClr>
                <a:schemeClr val="dk2"/>
              </a:buClr>
              <a:buSzPts val="15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 name="Google Shape;21;p67"/>
          <p:cNvSpPr txBox="1">
            <a:spLocks noGrp="1"/>
          </p:cNvSpPr>
          <p:nvPr>
            <p:ph type="sldNum" idx="12"/>
          </p:nvPr>
        </p:nvSpPr>
        <p:spPr>
          <a:xfrm>
            <a:off x="9348335" y="6535795"/>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ja-JP"/>
              <a:t>‹#›</a:t>
            </a:fld>
            <a:endParaRPr/>
          </a:p>
        </p:txBody>
      </p:sp>
      <p:sp>
        <p:nvSpPr>
          <p:cNvPr id="22" name="Google Shape;22;p67"/>
          <p:cNvSpPr/>
          <p:nvPr/>
        </p:nvSpPr>
        <p:spPr>
          <a:xfrm>
            <a:off x="0" y="586724"/>
            <a:ext cx="12192000" cy="65462"/>
          </a:xfrm>
          <a:prstGeom prst="rect">
            <a:avLst/>
          </a:prstGeom>
          <a:gradFill>
            <a:gsLst>
              <a:gs pos="0">
                <a:schemeClr val="dk2"/>
              </a:gs>
              <a:gs pos="70000">
                <a:srgbClr val="FFFFFF"/>
              </a:gs>
              <a:gs pos="100000">
                <a:schemeClr val="lt1"/>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1">
              <a:solidFill>
                <a:schemeClr val="lt1"/>
              </a:solidFill>
              <a:latin typeface="Arial"/>
              <a:ea typeface="Arial"/>
              <a:cs typeface="Arial"/>
              <a:sym typeface="Arial"/>
            </a:endParaRPr>
          </a:p>
        </p:txBody>
      </p:sp>
      <p:sp>
        <p:nvSpPr>
          <p:cNvPr id="23" name="Google Shape;23;p67"/>
          <p:cNvSpPr txBox="1">
            <a:spLocks noGrp="1"/>
          </p:cNvSpPr>
          <p:nvPr>
            <p:ph type="ftr" idx="11"/>
          </p:nvPr>
        </p:nvSpPr>
        <p:spPr>
          <a:xfrm>
            <a:off x="3758037" y="6576703"/>
            <a:ext cx="8484764" cy="36512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1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セクション見出し" type="secHead">
  <p:cSld name="SECTION_HEADER">
    <p:spTree>
      <p:nvGrpSpPr>
        <p:cNvPr id="1" name="Shape 24"/>
        <p:cNvGrpSpPr/>
        <p:nvPr/>
      </p:nvGrpSpPr>
      <p:grpSpPr>
        <a:xfrm>
          <a:off x="0" y="0"/>
          <a:ext cx="0" cy="0"/>
          <a:chOff x="0" y="0"/>
          <a:chExt cx="0" cy="0"/>
        </a:xfrm>
      </p:grpSpPr>
      <p:sp>
        <p:nvSpPr>
          <p:cNvPr id="25" name="Google Shape;25;p68"/>
          <p:cNvSpPr txBox="1">
            <a:spLocks noGrp="1"/>
          </p:cNvSpPr>
          <p:nvPr>
            <p:ph type="title"/>
          </p:nvPr>
        </p:nvSpPr>
        <p:spPr>
          <a:xfrm>
            <a:off x="963084" y="4406907"/>
            <a:ext cx="103632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3000"/>
              <a:buFont typeface="Arial"/>
              <a:buNone/>
              <a:defRPr sz="3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 name="Google Shape;26;p68"/>
          <p:cNvSpPr txBox="1">
            <a:spLocks noGrp="1"/>
          </p:cNvSpPr>
          <p:nvPr>
            <p:ph type="body" idx="1"/>
          </p:nvPr>
        </p:nvSpPr>
        <p:spPr>
          <a:xfrm>
            <a:off x="963084" y="2906713"/>
            <a:ext cx="103632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300"/>
              </a:spcBef>
              <a:spcAft>
                <a:spcPts val="0"/>
              </a:spcAft>
              <a:buClr>
                <a:srgbClr val="888888"/>
              </a:buClr>
              <a:buSzPts val="1500"/>
              <a:buNone/>
              <a:defRPr sz="1500">
                <a:solidFill>
                  <a:srgbClr val="888888"/>
                </a:solidFill>
              </a:defRPr>
            </a:lvl1pPr>
            <a:lvl2pPr marL="914400" lvl="1" indent="-228600" algn="l">
              <a:spcBef>
                <a:spcPts val="270"/>
              </a:spcBef>
              <a:spcAft>
                <a:spcPts val="0"/>
              </a:spcAft>
              <a:buClr>
                <a:srgbClr val="888888"/>
              </a:buClr>
              <a:buSzPts val="1351"/>
              <a:buNone/>
              <a:defRPr sz="1351">
                <a:solidFill>
                  <a:srgbClr val="888888"/>
                </a:solidFill>
              </a:defRPr>
            </a:lvl2pPr>
            <a:lvl3pPr marL="1371600" lvl="2" indent="-228600" algn="l">
              <a:spcBef>
                <a:spcPts val="240"/>
              </a:spcBef>
              <a:spcAft>
                <a:spcPts val="0"/>
              </a:spcAft>
              <a:buClr>
                <a:srgbClr val="888888"/>
              </a:buClr>
              <a:buSzPts val="1200"/>
              <a:buNone/>
              <a:defRPr sz="1200">
                <a:solidFill>
                  <a:srgbClr val="888888"/>
                </a:solidFill>
              </a:defRPr>
            </a:lvl3pPr>
            <a:lvl4pPr marL="1828800" lvl="3" indent="-228600" algn="l">
              <a:spcBef>
                <a:spcPts val="210"/>
              </a:spcBef>
              <a:spcAft>
                <a:spcPts val="0"/>
              </a:spcAft>
              <a:buClr>
                <a:srgbClr val="888888"/>
              </a:buClr>
              <a:buSzPts val="1051"/>
              <a:buNone/>
              <a:defRPr sz="1051">
                <a:solidFill>
                  <a:srgbClr val="888888"/>
                </a:solidFill>
              </a:defRPr>
            </a:lvl4pPr>
            <a:lvl5pPr marL="2286000" lvl="4" indent="-228600" algn="l">
              <a:spcBef>
                <a:spcPts val="210"/>
              </a:spcBef>
              <a:spcAft>
                <a:spcPts val="0"/>
              </a:spcAft>
              <a:buClr>
                <a:srgbClr val="888888"/>
              </a:buClr>
              <a:buSzPts val="1051"/>
              <a:buNone/>
              <a:defRPr sz="1051">
                <a:solidFill>
                  <a:srgbClr val="888888"/>
                </a:solidFill>
              </a:defRPr>
            </a:lvl5pPr>
            <a:lvl6pPr marL="2743200" lvl="5" indent="-228600" algn="l">
              <a:spcBef>
                <a:spcPts val="210"/>
              </a:spcBef>
              <a:spcAft>
                <a:spcPts val="0"/>
              </a:spcAft>
              <a:buClr>
                <a:srgbClr val="888888"/>
              </a:buClr>
              <a:buSzPts val="1051"/>
              <a:buNone/>
              <a:defRPr sz="1051">
                <a:solidFill>
                  <a:srgbClr val="888888"/>
                </a:solidFill>
              </a:defRPr>
            </a:lvl6pPr>
            <a:lvl7pPr marL="3200400" lvl="6" indent="-228600" algn="l">
              <a:spcBef>
                <a:spcPts val="210"/>
              </a:spcBef>
              <a:spcAft>
                <a:spcPts val="0"/>
              </a:spcAft>
              <a:buClr>
                <a:srgbClr val="888888"/>
              </a:buClr>
              <a:buSzPts val="1051"/>
              <a:buNone/>
              <a:defRPr sz="1051">
                <a:solidFill>
                  <a:srgbClr val="888888"/>
                </a:solidFill>
              </a:defRPr>
            </a:lvl7pPr>
            <a:lvl8pPr marL="3657600" lvl="7" indent="-228600" algn="l">
              <a:spcBef>
                <a:spcPts val="210"/>
              </a:spcBef>
              <a:spcAft>
                <a:spcPts val="0"/>
              </a:spcAft>
              <a:buClr>
                <a:srgbClr val="888888"/>
              </a:buClr>
              <a:buSzPts val="1051"/>
              <a:buNone/>
              <a:defRPr sz="1051">
                <a:solidFill>
                  <a:srgbClr val="888888"/>
                </a:solidFill>
              </a:defRPr>
            </a:lvl8pPr>
            <a:lvl9pPr marL="4114800" lvl="8" indent="-228600" algn="l">
              <a:spcBef>
                <a:spcPts val="210"/>
              </a:spcBef>
              <a:spcAft>
                <a:spcPts val="0"/>
              </a:spcAft>
              <a:buClr>
                <a:srgbClr val="888888"/>
              </a:buClr>
              <a:buSzPts val="1051"/>
              <a:buNone/>
              <a:defRPr sz="1051">
                <a:solidFill>
                  <a:srgbClr val="888888"/>
                </a:solidFill>
              </a:defRPr>
            </a:lvl9pPr>
          </a:lstStyle>
          <a:p>
            <a:endParaRPr/>
          </a:p>
        </p:txBody>
      </p:sp>
      <p:sp>
        <p:nvSpPr>
          <p:cNvPr id="27" name="Google Shape;27;p68"/>
          <p:cNvSpPr txBox="1">
            <a:spLocks noGrp="1"/>
          </p:cNvSpPr>
          <p:nvPr>
            <p:ph type="dt" idx="10"/>
          </p:nvPr>
        </p:nvSpPr>
        <p:spPr>
          <a:xfrm>
            <a:off x="527381" y="6545320"/>
            <a:ext cx="284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8" name="Google Shape;28;p68"/>
          <p:cNvSpPr txBox="1">
            <a:spLocks noGrp="1"/>
          </p:cNvSpPr>
          <p:nvPr>
            <p:ph type="ftr" idx="11"/>
          </p:nvPr>
        </p:nvSpPr>
        <p:spPr>
          <a:xfrm>
            <a:off x="2754737" y="6548128"/>
            <a:ext cx="7277705" cy="36512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68"/>
          <p:cNvSpPr txBox="1">
            <a:spLocks noGrp="1"/>
          </p:cNvSpPr>
          <p:nvPr>
            <p:ph type="sldNum" idx="12"/>
          </p:nvPr>
        </p:nvSpPr>
        <p:spPr>
          <a:xfrm>
            <a:off x="8989119" y="6545320"/>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2 つのコンテンツ" type="twoObj">
  <p:cSld name="TWO_OBJECTS">
    <p:spTree>
      <p:nvGrpSpPr>
        <p:cNvPr id="1" name="Shape 30"/>
        <p:cNvGrpSpPr/>
        <p:nvPr/>
      </p:nvGrpSpPr>
      <p:grpSpPr>
        <a:xfrm>
          <a:off x="0" y="0"/>
          <a:ext cx="0" cy="0"/>
          <a:chOff x="0" y="0"/>
          <a:chExt cx="0" cy="0"/>
        </a:xfrm>
      </p:grpSpPr>
      <p:sp>
        <p:nvSpPr>
          <p:cNvPr id="31" name="Google Shape;31;p69"/>
          <p:cNvSpPr txBox="1">
            <a:spLocks noGrp="1"/>
          </p:cNvSpPr>
          <p:nvPr>
            <p:ph type="title"/>
          </p:nvPr>
        </p:nvSpPr>
        <p:spPr>
          <a:xfrm>
            <a:off x="858089" y="58109"/>
            <a:ext cx="10382944" cy="850611"/>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69"/>
          <p:cNvSpPr txBox="1">
            <a:spLocks noGrp="1"/>
          </p:cNvSpPr>
          <p:nvPr>
            <p:ph type="body" idx="1"/>
          </p:nvPr>
        </p:nvSpPr>
        <p:spPr>
          <a:xfrm>
            <a:off x="609600" y="1600206"/>
            <a:ext cx="5384800" cy="4525963"/>
          </a:xfrm>
          <a:prstGeom prst="rect">
            <a:avLst/>
          </a:prstGeom>
          <a:noFill/>
          <a:ln>
            <a:noFill/>
          </a:ln>
        </p:spPr>
        <p:txBody>
          <a:bodyPr spcFirstLastPara="1" wrap="square" lIns="91425" tIns="45700" rIns="91425" bIns="45700" anchor="t" anchorCtr="0">
            <a:normAutofit/>
          </a:bodyPr>
          <a:lstStyle>
            <a:lvl1pPr marL="457200" lvl="0" indent="-361950" algn="l">
              <a:spcBef>
                <a:spcPts val="420"/>
              </a:spcBef>
              <a:spcAft>
                <a:spcPts val="0"/>
              </a:spcAft>
              <a:buClr>
                <a:schemeClr val="dk1"/>
              </a:buClr>
              <a:buSzPts val="2100"/>
              <a:buChar char="•"/>
              <a:defRPr sz="2100"/>
            </a:lvl1pPr>
            <a:lvl2pPr marL="914400" lvl="1" indent="-342900" algn="l">
              <a:spcBef>
                <a:spcPts val="360"/>
              </a:spcBef>
              <a:spcAft>
                <a:spcPts val="0"/>
              </a:spcAft>
              <a:buClr>
                <a:schemeClr val="dk1"/>
              </a:buClr>
              <a:buSzPts val="1800"/>
              <a:buChar char="–"/>
              <a:defRPr sz="1800"/>
            </a:lvl2pPr>
            <a:lvl3pPr marL="1371600" lvl="2" indent="-323850" algn="l">
              <a:spcBef>
                <a:spcPts val="300"/>
              </a:spcBef>
              <a:spcAft>
                <a:spcPts val="0"/>
              </a:spcAft>
              <a:buClr>
                <a:schemeClr val="dk1"/>
              </a:buClr>
              <a:buSzPts val="1500"/>
              <a:buChar char="•"/>
              <a:defRPr sz="1500"/>
            </a:lvl3pPr>
            <a:lvl4pPr marL="1828800" lvl="3" indent="-314388" algn="l">
              <a:spcBef>
                <a:spcPts val="270"/>
              </a:spcBef>
              <a:spcAft>
                <a:spcPts val="0"/>
              </a:spcAft>
              <a:buClr>
                <a:schemeClr val="dk1"/>
              </a:buClr>
              <a:buSzPts val="1351"/>
              <a:buChar char="–"/>
              <a:defRPr sz="1351"/>
            </a:lvl4pPr>
            <a:lvl5pPr marL="2286000" lvl="4" indent="-314389" algn="l">
              <a:spcBef>
                <a:spcPts val="270"/>
              </a:spcBef>
              <a:spcAft>
                <a:spcPts val="0"/>
              </a:spcAft>
              <a:buClr>
                <a:schemeClr val="dk1"/>
              </a:buClr>
              <a:buSzPts val="1351"/>
              <a:buChar char="»"/>
              <a:defRPr sz="1351"/>
            </a:lvl5pPr>
            <a:lvl6pPr marL="2743200" lvl="5" indent="-314389" algn="l">
              <a:spcBef>
                <a:spcPts val="270"/>
              </a:spcBef>
              <a:spcAft>
                <a:spcPts val="0"/>
              </a:spcAft>
              <a:buClr>
                <a:schemeClr val="dk1"/>
              </a:buClr>
              <a:buSzPts val="1351"/>
              <a:buChar char="•"/>
              <a:defRPr sz="1351"/>
            </a:lvl6pPr>
            <a:lvl7pPr marL="3200400" lvl="6" indent="-314389" algn="l">
              <a:spcBef>
                <a:spcPts val="270"/>
              </a:spcBef>
              <a:spcAft>
                <a:spcPts val="0"/>
              </a:spcAft>
              <a:buClr>
                <a:schemeClr val="dk1"/>
              </a:buClr>
              <a:buSzPts val="1351"/>
              <a:buChar char="•"/>
              <a:defRPr sz="1351"/>
            </a:lvl7pPr>
            <a:lvl8pPr marL="3657600" lvl="7" indent="-314389" algn="l">
              <a:spcBef>
                <a:spcPts val="270"/>
              </a:spcBef>
              <a:spcAft>
                <a:spcPts val="0"/>
              </a:spcAft>
              <a:buClr>
                <a:schemeClr val="dk1"/>
              </a:buClr>
              <a:buSzPts val="1351"/>
              <a:buChar char="•"/>
              <a:defRPr sz="1351"/>
            </a:lvl8pPr>
            <a:lvl9pPr marL="4114800" lvl="8" indent="-314389" algn="l">
              <a:spcBef>
                <a:spcPts val="270"/>
              </a:spcBef>
              <a:spcAft>
                <a:spcPts val="0"/>
              </a:spcAft>
              <a:buClr>
                <a:schemeClr val="dk1"/>
              </a:buClr>
              <a:buSzPts val="1351"/>
              <a:buChar char="•"/>
              <a:defRPr sz="1351"/>
            </a:lvl9pPr>
          </a:lstStyle>
          <a:p>
            <a:endParaRPr/>
          </a:p>
        </p:txBody>
      </p:sp>
      <p:sp>
        <p:nvSpPr>
          <p:cNvPr id="33" name="Google Shape;33;p69"/>
          <p:cNvSpPr txBox="1">
            <a:spLocks noGrp="1"/>
          </p:cNvSpPr>
          <p:nvPr>
            <p:ph type="body" idx="2"/>
          </p:nvPr>
        </p:nvSpPr>
        <p:spPr>
          <a:xfrm>
            <a:off x="6197600" y="1600206"/>
            <a:ext cx="5384800" cy="4525963"/>
          </a:xfrm>
          <a:prstGeom prst="rect">
            <a:avLst/>
          </a:prstGeom>
          <a:noFill/>
          <a:ln>
            <a:noFill/>
          </a:ln>
        </p:spPr>
        <p:txBody>
          <a:bodyPr spcFirstLastPara="1" wrap="square" lIns="91425" tIns="45700" rIns="91425" bIns="45700" anchor="t" anchorCtr="0">
            <a:normAutofit/>
          </a:bodyPr>
          <a:lstStyle>
            <a:lvl1pPr marL="457200" lvl="0" indent="-361950" algn="l">
              <a:spcBef>
                <a:spcPts val="420"/>
              </a:spcBef>
              <a:spcAft>
                <a:spcPts val="0"/>
              </a:spcAft>
              <a:buClr>
                <a:schemeClr val="dk1"/>
              </a:buClr>
              <a:buSzPts val="2100"/>
              <a:buChar char="•"/>
              <a:defRPr sz="2100"/>
            </a:lvl1pPr>
            <a:lvl2pPr marL="914400" lvl="1" indent="-342900" algn="l">
              <a:spcBef>
                <a:spcPts val="360"/>
              </a:spcBef>
              <a:spcAft>
                <a:spcPts val="0"/>
              </a:spcAft>
              <a:buClr>
                <a:schemeClr val="dk1"/>
              </a:buClr>
              <a:buSzPts val="1800"/>
              <a:buChar char="–"/>
              <a:defRPr sz="1800"/>
            </a:lvl2pPr>
            <a:lvl3pPr marL="1371600" lvl="2" indent="-323850" algn="l">
              <a:spcBef>
                <a:spcPts val="300"/>
              </a:spcBef>
              <a:spcAft>
                <a:spcPts val="0"/>
              </a:spcAft>
              <a:buClr>
                <a:schemeClr val="dk1"/>
              </a:buClr>
              <a:buSzPts val="1500"/>
              <a:buChar char="•"/>
              <a:defRPr sz="1500"/>
            </a:lvl3pPr>
            <a:lvl4pPr marL="1828800" lvl="3" indent="-314388" algn="l">
              <a:spcBef>
                <a:spcPts val="270"/>
              </a:spcBef>
              <a:spcAft>
                <a:spcPts val="0"/>
              </a:spcAft>
              <a:buClr>
                <a:schemeClr val="dk1"/>
              </a:buClr>
              <a:buSzPts val="1351"/>
              <a:buChar char="–"/>
              <a:defRPr sz="1351"/>
            </a:lvl4pPr>
            <a:lvl5pPr marL="2286000" lvl="4" indent="-314389" algn="l">
              <a:spcBef>
                <a:spcPts val="270"/>
              </a:spcBef>
              <a:spcAft>
                <a:spcPts val="0"/>
              </a:spcAft>
              <a:buClr>
                <a:schemeClr val="dk1"/>
              </a:buClr>
              <a:buSzPts val="1351"/>
              <a:buChar char="»"/>
              <a:defRPr sz="1351"/>
            </a:lvl5pPr>
            <a:lvl6pPr marL="2743200" lvl="5" indent="-314389" algn="l">
              <a:spcBef>
                <a:spcPts val="270"/>
              </a:spcBef>
              <a:spcAft>
                <a:spcPts val="0"/>
              </a:spcAft>
              <a:buClr>
                <a:schemeClr val="dk1"/>
              </a:buClr>
              <a:buSzPts val="1351"/>
              <a:buChar char="•"/>
              <a:defRPr sz="1351"/>
            </a:lvl6pPr>
            <a:lvl7pPr marL="3200400" lvl="6" indent="-314389" algn="l">
              <a:spcBef>
                <a:spcPts val="270"/>
              </a:spcBef>
              <a:spcAft>
                <a:spcPts val="0"/>
              </a:spcAft>
              <a:buClr>
                <a:schemeClr val="dk1"/>
              </a:buClr>
              <a:buSzPts val="1351"/>
              <a:buChar char="•"/>
              <a:defRPr sz="1351"/>
            </a:lvl7pPr>
            <a:lvl8pPr marL="3657600" lvl="7" indent="-314389" algn="l">
              <a:spcBef>
                <a:spcPts val="270"/>
              </a:spcBef>
              <a:spcAft>
                <a:spcPts val="0"/>
              </a:spcAft>
              <a:buClr>
                <a:schemeClr val="dk1"/>
              </a:buClr>
              <a:buSzPts val="1351"/>
              <a:buChar char="•"/>
              <a:defRPr sz="1351"/>
            </a:lvl8pPr>
            <a:lvl9pPr marL="4114800" lvl="8" indent="-314389" algn="l">
              <a:spcBef>
                <a:spcPts val="270"/>
              </a:spcBef>
              <a:spcAft>
                <a:spcPts val="0"/>
              </a:spcAft>
              <a:buClr>
                <a:schemeClr val="dk1"/>
              </a:buClr>
              <a:buSzPts val="1351"/>
              <a:buChar char="•"/>
              <a:defRPr sz="1351"/>
            </a:lvl9pPr>
          </a:lstStyle>
          <a:p>
            <a:endParaRPr/>
          </a:p>
        </p:txBody>
      </p:sp>
      <p:sp>
        <p:nvSpPr>
          <p:cNvPr id="34" name="Google Shape;34;p69"/>
          <p:cNvSpPr txBox="1">
            <a:spLocks noGrp="1"/>
          </p:cNvSpPr>
          <p:nvPr>
            <p:ph type="dt" idx="10"/>
          </p:nvPr>
        </p:nvSpPr>
        <p:spPr>
          <a:xfrm>
            <a:off x="527381" y="6545320"/>
            <a:ext cx="284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35" name="Google Shape;35;p69"/>
          <p:cNvSpPr txBox="1">
            <a:spLocks noGrp="1"/>
          </p:cNvSpPr>
          <p:nvPr>
            <p:ph type="ftr" idx="11"/>
          </p:nvPr>
        </p:nvSpPr>
        <p:spPr>
          <a:xfrm>
            <a:off x="2754737" y="6548128"/>
            <a:ext cx="7277705" cy="36512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69"/>
          <p:cNvSpPr txBox="1">
            <a:spLocks noGrp="1"/>
          </p:cNvSpPr>
          <p:nvPr>
            <p:ph type="sldNum" idx="12"/>
          </p:nvPr>
        </p:nvSpPr>
        <p:spPr>
          <a:xfrm>
            <a:off x="8989119" y="6545320"/>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較" type="twoTxTwoObj">
  <p:cSld name="TWO_OBJECTS_WITH_TEXT">
    <p:spTree>
      <p:nvGrpSpPr>
        <p:cNvPr id="1" name="Shape 37"/>
        <p:cNvGrpSpPr/>
        <p:nvPr/>
      </p:nvGrpSpPr>
      <p:grpSpPr>
        <a:xfrm>
          <a:off x="0" y="0"/>
          <a:ext cx="0" cy="0"/>
          <a:chOff x="0" y="0"/>
          <a:chExt cx="0" cy="0"/>
        </a:xfrm>
      </p:grpSpPr>
      <p:sp>
        <p:nvSpPr>
          <p:cNvPr id="38" name="Google Shape;38;p70"/>
          <p:cNvSpPr txBox="1">
            <a:spLocks noGrp="1"/>
          </p:cNvSpPr>
          <p:nvPr>
            <p:ph type="title"/>
          </p:nvPr>
        </p:nvSpPr>
        <p:spPr>
          <a:xfrm>
            <a:off x="858089" y="58109"/>
            <a:ext cx="10382944" cy="850611"/>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33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70"/>
          <p:cNvSpPr txBox="1">
            <a:spLocks noGrp="1"/>
          </p:cNvSpPr>
          <p:nvPr>
            <p:ph type="body" idx="1"/>
          </p:nvPr>
        </p:nvSpPr>
        <p:spPr>
          <a:xfrm>
            <a:off x="609600" y="1535113"/>
            <a:ext cx="5386917"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360"/>
              </a:spcBef>
              <a:spcAft>
                <a:spcPts val="0"/>
              </a:spcAft>
              <a:buClr>
                <a:schemeClr val="dk1"/>
              </a:buClr>
              <a:buSzPts val="1800"/>
              <a:buNone/>
              <a:defRPr sz="1800" b="1"/>
            </a:lvl1pPr>
            <a:lvl2pPr marL="914400" lvl="1" indent="-228600" algn="l">
              <a:spcBef>
                <a:spcPts val="300"/>
              </a:spcBef>
              <a:spcAft>
                <a:spcPts val="0"/>
              </a:spcAft>
              <a:buClr>
                <a:schemeClr val="dk1"/>
              </a:buClr>
              <a:buSzPts val="1500"/>
              <a:buNone/>
              <a:defRPr sz="1500" b="1"/>
            </a:lvl2pPr>
            <a:lvl3pPr marL="1371600" lvl="2" indent="-228600" algn="l">
              <a:spcBef>
                <a:spcPts val="270"/>
              </a:spcBef>
              <a:spcAft>
                <a:spcPts val="0"/>
              </a:spcAft>
              <a:buClr>
                <a:schemeClr val="dk1"/>
              </a:buClr>
              <a:buSzPts val="1351"/>
              <a:buNone/>
              <a:defRPr sz="1351" b="1"/>
            </a:lvl3pPr>
            <a:lvl4pPr marL="1828800" lvl="3" indent="-228600" algn="l">
              <a:spcBef>
                <a:spcPts val="240"/>
              </a:spcBef>
              <a:spcAft>
                <a:spcPts val="0"/>
              </a:spcAft>
              <a:buClr>
                <a:schemeClr val="dk1"/>
              </a:buClr>
              <a:buSzPts val="1200"/>
              <a:buNone/>
              <a:defRPr sz="1200" b="1"/>
            </a:lvl4pPr>
            <a:lvl5pPr marL="2286000" lvl="4" indent="-228600" algn="l">
              <a:spcBef>
                <a:spcPts val="240"/>
              </a:spcBef>
              <a:spcAft>
                <a:spcPts val="0"/>
              </a:spcAft>
              <a:buClr>
                <a:schemeClr val="dk1"/>
              </a:buClr>
              <a:buSzPts val="1200"/>
              <a:buNone/>
              <a:defRPr sz="1200" b="1"/>
            </a:lvl5pPr>
            <a:lvl6pPr marL="2743200" lvl="5" indent="-228600" algn="l">
              <a:spcBef>
                <a:spcPts val="240"/>
              </a:spcBef>
              <a:spcAft>
                <a:spcPts val="0"/>
              </a:spcAft>
              <a:buClr>
                <a:schemeClr val="dk1"/>
              </a:buClr>
              <a:buSzPts val="1200"/>
              <a:buNone/>
              <a:defRPr sz="1200" b="1"/>
            </a:lvl6pPr>
            <a:lvl7pPr marL="3200400" lvl="6" indent="-228600" algn="l">
              <a:spcBef>
                <a:spcPts val="240"/>
              </a:spcBef>
              <a:spcAft>
                <a:spcPts val="0"/>
              </a:spcAft>
              <a:buClr>
                <a:schemeClr val="dk1"/>
              </a:buClr>
              <a:buSzPts val="1200"/>
              <a:buNone/>
              <a:defRPr sz="1200" b="1"/>
            </a:lvl7pPr>
            <a:lvl8pPr marL="3657600" lvl="7" indent="-228600" algn="l">
              <a:spcBef>
                <a:spcPts val="240"/>
              </a:spcBef>
              <a:spcAft>
                <a:spcPts val="0"/>
              </a:spcAft>
              <a:buClr>
                <a:schemeClr val="dk1"/>
              </a:buClr>
              <a:buSzPts val="1200"/>
              <a:buNone/>
              <a:defRPr sz="1200" b="1"/>
            </a:lvl8pPr>
            <a:lvl9pPr marL="4114800" lvl="8" indent="-228600" algn="l">
              <a:spcBef>
                <a:spcPts val="240"/>
              </a:spcBef>
              <a:spcAft>
                <a:spcPts val="0"/>
              </a:spcAft>
              <a:buClr>
                <a:schemeClr val="dk1"/>
              </a:buClr>
              <a:buSzPts val="1200"/>
              <a:buNone/>
              <a:defRPr sz="1200" b="1"/>
            </a:lvl9pPr>
          </a:lstStyle>
          <a:p>
            <a:endParaRPr/>
          </a:p>
        </p:txBody>
      </p:sp>
      <p:sp>
        <p:nvSpPr>
          <p:cNvPr id="40" name="Google Shape;40;p70"/>
          <p:cNvSpPr txBox="1">
            <a:spLocks noGrp="1"/>
          </p:cNvSpPr>
          <p:nvPr>
            <p:ph type="body" idx="2"/>
          </p:nvPr>
        </p:nvSpPr>
        <p:spPr>
          <a:xfrm>
            <a:off x="609600" y="2174875"/>
            <a:ext cx="5386917" cy="3951288"/>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sz="1800"/>
            </a:lvl1pPr>
            <a:lvl2pPr marL="914400" lvl="1" indent="-323850" algn="l">
              <a:spcBef>
                <a:spcPts val="300"/>
              </a:spcBef>
              <a:spcAft>
                <a:spcPts val="0"/>
              </a:spcAft>
              <a:buClr>
                <a:schemeClr val="dk1"/>
              </a:buClr>
              <a:buSzPts val="1500"/>
              <a:buChar char="–"/>
              <a:defRPr sz="1500"/>
            </a:lvl2pPr>
            <a:lvl3pPr marL="1371600" lvl="2" indent="-314388" algn="l">
              <a:spcBef>
                <a:spcPts val="270"/>
              </a:spcBef>
              <a:spcAft>
                <a:spcPts val="0"/>
              </a:spcAft>
              <a:buClr>
                <a:schemeClr val="dk1"/>
              </a:buClr>
              <a:buSzPts val="1351"/>
              <a:buChar char="•"/>
              <a:defRPr sz="1351"/>
            </a:lvl3pPr>
            <a:lvl4pPr marL="1828800" lvl="3" indent="-304800" algn="l">
              <a:spcBef>
                <a:spcPts val="240"/>
              </a:spcBef>
              <a:spcAft>
                <a:spcPts val="0"/>
              </a:spcAft>
              <a:buClr>
                <a:schemeClr val="dk1"/>
              </a:buClr>
              <a:buSzPts val="1200"/>
              <a:buChar char="–"/>
              <a:defRPr sz="1200"/>
            </a:lvl4pPr>
            <a:lvl5pPr marL="2286000" lvl="4" indent="-304800" algn="l">
              <a:spcBef>
                <a:spcPts val="240"/>
              </a:spcBef>
              <a:spcAft>
                <a:spcPts val="0"/>
              </a:spcAft>
              <a:buClr>
                <a:schemeClr val="dk1"/>
              </a:buClr>
              <a:buSzPts val="1200"/>
              <a:buChar char="»"/>
              <a:defRPr sz="1200"/>
            </a:lvl5pPr>
            <a:lvl6pPr marL="2743200" lvl="5" indent="-304800" algn="l">
              <a:spcBef>
                <a:spcPts val="240"/>
              </a:spcBef>
              <a:spcAft>
                <a:spcPts val="0"/>
              </a:spcAft>
              <a:buClr>
                <a:schemeClr val="dk1"/>
              </a:buClr>
              <a:buSzPts val="1200"/>
              <a:buChar char="•"/>
              <a:defRPr sz="1200"/>
            </a:lvl6pPr>
            <a:lvl7pPr marL="3200400" lvl="6" indent="-304800" algn="l">
              <a:spcBef>
                <a:spcPts val="240"/>
              </a:spcBef>
              <a:spcAft>
                <a:spcPts val="0"/>
              </a:spcAft>
              <a:buClr>
                <a:schemeClr val="dk1"/>
              </a:buClr>
              <a:buSzPts val="1200"/>
              <a:buChar char="•"/>
              <a:defRPr sz="1200"/>
            </a:lvl7pPr>
            <a:lvl8pPr marL="3657600" lvl="7" indent="-304800" algn="l">
              <a:spcBef>
                <a:spcPts val="240"/>
              </a:spcBef>
              <a:spcAft>
                <a:spcPts val="0"/>
              </a:spcAft>
              <a:buClr>
                <a:schemeClr val="dk1"/>
              </a:buClr>
              <a:buSzPts val="1200"/>
              <a:buChar char="•"/>
              <a:defRPr sz="1200"/>
            </a:lvl8pPr>
            <a:lvl9pPr marL="4114800" lvl="8" indent="-304800" algn="l">
              <a:spcBef>
                <a:spcPts val="240"/>
              </a:spcBef>
              <a:spcAft>
                <a:spcPts val="0"/>
              </a:spcAft>
              <a:buClr>
                <a:schemeClr val="dk1"/>
              </a:buClr>
              <a:buSzPts val="1200"/>
              <a:buChar char="•"/>
              <a:defRPr sz="1200"/>
            </a:lvl9pPr>
          </a:lstStyle>
          <a:p>
            <a:endParaRPr/>
          </a:p>
        </p:txBody>
      </p:sp>
      <p:sp>
        <p:nvSpPr>
          <p:cNvPr id="41" name="Google Shape;41;p70"/>
          <p:cNvSpPr txBox="1">
            <a:spLocks noGrp="1"/>
          </p:cNvSpPr>
          <p:nvPr>
            <p:ph type="body" idx="3"/>
          </p:nvPr>
        </p:nvSpPr>
        <p:spPr>
          <a:xfrm>
            <a:off x="6193372" y="1535113"/>
            <a:ext cx="5389033"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360"/>
              </a:spcBef>
              <a:spcAft>
                <a:spcPts val="0"/>
              </a:spcAft>
              <a:buClr>
                <a:schemeClr val="dk1"/>
              </a:buClr>
              <a:buSzPts val="1800"/>
              <a:buNone/>
              <a:defRPr sz="1800" b="1"/>
            </a:lvl1pPr>
            <a:lvl2pPr marL="914400" lvl="1" indent="-228600" algn="l">
              <a:spcBef>
                <a:spcPts val="300"/>
              </a:spcBef>
              <a:spcAft>
                <a:spcPts val="0"/>
              </a:spcAft>
              <a:buClr>
                <a:schemeClr val="dk1"/>
              </a:buClr>
              <a:buSzPts val="1500"/>
              <a:buNone/>
              <a:defRPr sz="1500" b="1"/>
            </a:lvl2pPr>
            <a:lvl3pPr marL="1371600" lvl="2" indent="-228600" algn="l">
              <a:spcBef>
                <a:spcPts val="270"/>
              </a:spcBef>
              <a:spcAft>
                <a:spcPts val="0"/>
              </a:spcAft>
              <a:buClr>
                <a:schemeClr val="dk1"/>
              </a:buClr>
              <a:buSzPts val="1351"/>
              <a:buNone/>
              <a:defRPr sz="1351" b="1"/>
            </a:lvl3pPr>
            <a:lvl4pPr marL="1828800" lvl="3" indent="-228600" algn="l">
              <a:spcBef>
                <a:spcPts val="240"/>
              </a:spcBef>
              <a:spcAft>
                <a:spcPts val="0"/>
              </a:spcAft>
              <a:buClr>
                <a:schemeClr val="dk1"/>
              </a:buClr>
              <a:buSzPts val="1200"/>
              <a:buNone/>
              <a:defRPr sz="1200" b="1"/>
            </a:lvl4pPr>
            <a:lvl5pPr marL="2286000" lvl="4" indent="-228600" algn="l">
              <a:spcBef>
                <a:spcPts val="240"/>
              </a:spcBef>
              <a:spcAft>
                <a:spcPts val="0"/>
              </a:spcAft>
              <a:buClr>
                <a:schemeClr val="dk1"/>
              </a:buClr>
              <a:buSzPts val="1200"/>
              <a:buNone/>
              <a:defRPr sz="1200" b="1"/>
            </a:lvl5pPr>
            <a:lvl6pPr marL="2743200" lvl="5" indent="-228600" algn="l">
              <a:spcBef>
                <a:spcPts val="240"/>
              </a:spcBef>
              <a:spcAft>
                <a:spcPts val="0"/>
              </a:spcAft>
              <a:buClr>
                <a:schemeClr val="dk1"/>
              </a:buClr>
              <a:buSzPts val="1200"/>
              <a:buNone/>
              <a:defRPr sz="1200" b="1"/>
            </a:lvl6pPr>
            <a:lvl7pPr marL="3200400" lvl="6" indent="-228600" algn="l">
              <a:spcBef>
                <a:spcPts val="240"/>
              </a:spcBef>
              <a:spcAft>
                <a:spcPts val="0"/>
              </a:spcAft>
              <a:buClr>
                <a:schemeClr val="dk1"/>
              </a:buClr>
              <a:buSzPts val="1200"/>
              <a:buNone/>
              <a:defRPr sz="1200" b="1"/>
            </a:lvl7pPr>
            <a:lvl8pPr marL="3657600" lvl="7" indent="-228600" algn="l">
              <a:spcBef>
                <a:spcPts val="240"/>
              </a:spcBef>
              <a:spcAft>
                <a:spcPts val="0"/>
              </a:spcAft>
              <a:buClr>
                <a:schemeClr val="dk1"/>
              </a:buClr>
              <a:buSzPts val="1200"/>
              <a:buNone/>
              <a:defRPr sz="1200" b="1"/>
            </a:lvl8pPr>
            <a:lvl9pPr marL="4114800" lvl="8" indent="-228600" algn="l">
              <a:spcBef>
                <a:spcPts val="240"/>
              </a:spcBef>
              <a:spcAft>
                <a:spcPts val="0"/>
              </a:spcAft>
              <a:buClr>
                <a:schemeClr val="dk1"/>
              </a:buClr>
              <a:buSzPts val="1200"/>
              <a:buNone/>
              <a:defRPr sz="1200" b="1"/>
            </a:lvl9pPr>
          </a:lstStyle>
          <a:p>
            <a:endParaRPr/>
          </a:p>
        </p:txBody>
      </p:sp>
      <p:sp>
        <p:nvSpPr>
          <p:cNvPr id="42" name="Google Shape;42;p70"/>
          <p:cNvSpPr txBox="1">
            <a:spLocks noGrp="1"/>
          </p:cNvSpPr>
          <p:nvPr>
            <p:ph type="body" idx="4"/>
          </p:nvPr>
        </p:nvSpPr>
        <p:spPr>
          <a:xfrm>
            <a:off x="6193372" y="2174875"/>
            <a:ext cx="5389033" cy="3951288"/>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sz="1800"/>
            </a:lvl1pPr>
            <a:lvl2pPr marL="914400" lvl="1" indent="-323850" algn="l">
              <a:spcBef>
                <a:spcPts val="300"/>
              </a:spcBef>
              <a:spcAft>
                <a:spcPts val="0"/>
              </a:spcAft>
              <a:buClr>
                <a:schemeClr val="dk1"/>
              </a:buClr>
              <a:buSzPts val="1500"/>
              <a:buChar char="–"/>
              <a:defRPr sz="1500"/>
            </a:lvl2pPr>
            <a:lvl3pPr marL="1371600" lvl="2" indent="-314388" algn="l">
              <a:spcBef>
                <a:spcPts val="270"/>
              </a:spcBef>
              <a:spcAft>
                <a:spcPts val="0"/>
              </a:spcAft>
              <a:buClr>
                <a:schemeClr val="dk1"/>
              </a:buClr>
              <a:buSzPts val="1351"/>
              <a:buChar char="•"/>
              <a:defRPr sz="1351"/>
            </a:lvl3pPr>
            <a:lvl4pPr marL="1828800" lvl="3" indent="-304800" algn="l">
              <a:spcBef>
                <a:spcPts val="240"/>
              </a:spcBef>
              <a:spcAft>
                <a:spcPts val="0"/>
              </a:spcAft>
              <a:buClr>
                <a:schemeClr val="dk1"/>
              </a:buClr>
              <a:buSzPts val="1200"/>
              <a:buChar char="–"/>
              <a:defRPr sz="1200"/>
            </a:lvl4pPr>
            <a:lvl5pPr marL="2286000" lvl="4" indent="-304800" algn="l">
              <a:spcBef>
                <a:spcPts val="240"/>
              </a:spcBef>
              <a:spcAft>
                <a:spcPts val="0"/>
              </a:spcAft>
              <a:buClr>
                <a:schemeClr val="dk1"/>
              </a:buClr>
              <a:buSzPts val="1200"/>
              <a:buChar char="»"/>
              <a:defRPr sz="1200"/>
            </a:lvl5pPr>
            <a:lvl6pPr marL="2743200" lvl="5" indent="-304800" algn="l">
              <a:spcBef>
                <a:spcPts val="240"/>
              </a:spcBef>
              <a:spcAft>
                <a:spcPts val="0"/>
              </a:spcAft>
              <a:buClr>
                <a:schemeClr val="dk1"/>
              </a:buClr>
              <a:buSzPts val="1200"/>
              <a:buChar char="•"/>
              <a:defRPr sz="1200"/>
            </a:lvl6pPr>
            <a:lvl7pPr marL="3200400" lvl="6" indent="-304800" algn="l">
              <a:spcBef>
                <a:spcPts val="240"/>
              </a:spcBef>
              <a:spcAft>
                <a:spcPts val="0"/>
              </a:spcAft>
              <a:buClr>
                <a:schemeClr val="dk1"/>
              </a:buClr>
              <a:buSzPts val="1200"/>
              <a:buChar char="•"/>
              <a:defRPr sz="1200"/>
            </a:lvl7pPr>
            <a:lvl8pPr marL="3657600" lvl="7" indent="-304800" algn="l">
              <a:spcBef>
                <a:spcPts val="240"/>
              </a:spcBef>
              <a:spcAft>
                <a:spcPts val="0"/>
              </a:spcAft>
              <a:buClr>
                <a:schemeClr val="dk1"/>
              </a:buClr>
              <a:buSzPts val="1200"/>
              <a:buChar char="•"/>
              <a:defRPr sz="1200"/>
            </a:lvl8pPr>
            <a:lvl9pPr marL="4114800" lvl="8" indent="-304800" algn="l">
              <a:spcBef>
                <a:spcPts val="240"/>
              </a:spcBef>
              <a:spcAft>
                <a:spcPts val="0"/>
              </a:spcAft>
              <a:buClr>
                <a:schemeClr val="dk1"/>
              </a:buClr>
              <a:buSzPts val="1200"/>
              <a:buChar char="•"/>
              <a:defRPr sz="1200"/>
            </a:lvl9pPr>
          </a:lstStyle>
          <a:p>
            <a:endParaRPr/>
          </a:p>
        </p:txBody>
      </p:sp>
      <p:sp>
        <p:nvSpPr>
          <p:cNvPr id="43" name="Google Shape;43;p70"/>
          <p:cNvSpPr txBox="1">
            <a:spLocks noGrp="1"/>
          </p:cNvSpPr>
          <p:nvPr>
            <p:ph type="dt" idx="10"/>
          </p:nvPr>
        </p:nvSpPr>
        <p:spPr>
          <a:xfrm>
            <a:off x="527381" y="6545320"/>
            <a:ext cx="284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4" name="Google Shape;44;p70"/>
          <p:cNvSpPr txBox="1">
            <a:spLocks noGrp="1"/>
          </p:cNvSpPr>
          <p:nvPr>
            <p:ph type="ftr" idx="11"/>
          </p:nvPr>
        </p:nvSpPr>
        <p:spPr>
          <a:xfrm>
            <a:off x="2754737" y="6548128"/>
            <a:ext cx="7277705" cy="36512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70"/>
          <p:cNvSpPr txBox="1">
            <a:spLocks noGrp="1"/>
          </p:cNvSpPr>
          <p:nvPr>
            <p:ph type="sldNum" idx="12"/>
          </p:nvPr>
        </p:nvSpPr>
        <p:spPr>
          <a:xfrm>
            <a:off x="8989119" y="6545320"/>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タイトルのみ" type="titleOnly">
  <p:cSld name="TITLE_ONLY">
    <p:spTree>
      <p:nvGrpSpPr>
        <p:cNvPr id="1" name="Shape 46"/>
        <p:cNvGrpSpPr/>
        <p:nvPr/>
      </p:nvGrpSpPr>
      <p:grpSpPr>
        <a:xfrm>
          <a:off x="0" y="0"/>
          <a:ext cx="0" cy="0"/>
          <a:chOff x="0" y="0"/>
          <a:chExt cx="0" cy="0"/>
        </a:xfrm>
      </p:grpSpPr>
      <p:sp>
        <p:nvSpPr>
          <p:cNvPr id="47" name="Google Shape;47;p71"/>
          <p:cNvSpPr txBox="1">
            <a:spLocks noGrp="1"/>
          </p:cNvSpPr>
          <p:nvPr>
            <p:ph type="title"/>
          </p:nvPr>
        </p:nvSpPr>
        <p:spPr>
          <a:xfrm>
            <a:off x="858089" y="58109"/>
            <a:ext cx="10382944" cy="850611"/>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8" name="Google Shape;48;p71"/>
          <p:cNvSpPr txBox="1">
            <a:spLocks noGrp="1"/>
          </p:cNvSpPr>
          <p:nvPr>
            <p:ph type="dt" idx="10"/>
          </p:nvPr>
        </p:nvSpPr>
        <p:spPr>
          <a:xfrm>
            <a:off x="527381" y="6545320"/>
            <a:ext cx="284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9" name="Google Shape;49;p71"/>
          <p:cNvSpPr txBox="1">
            <a:spLocks noGrp="1"/>
          </p:cNvSpPr>
          <p:nvPr>
            <p:ph type="ftr" idx="11"/>
          </p:nvPr>
        </p:nvSpPr>
        <p:spPr>
          <a:xfrm>
            <a:off x="2754737" y="6548128"/>
            <a:ext cx="7277705" cy="36512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71"/>
          <p:cNvSpPr txBox="1">
            <a:spLocks noGrp="1"/>
          </p:cNvSpPr>
          <p:nvPr>
            <p:ph type="sldNum" idx="12"/>
          </p:nvPr>
        </p:nvSpPr>
        <p:spPr>
          <a:xfrm>
            <a:off x="8989119" y="6545320"/>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白紙" type="blank">
  <p:cSld name="BLANK">
    <p:spTree>
      <p:nvGrpSpPr>
        <p:cNvPr id="1" name="Shape 51"/>
        <p:cNvGrpSpPr/>
        <p:nvPr/>
      </p:nvGrpSpPr>
      <p:grpSpPr>
        <a:xfrm>
          <a:off x="0" y="0"/>
          <a:ext cx="0" cy="0"/>
          <a:chOff x="0" y="0"/>
          <a:chExt cx="0" cy="0"/>
        </a:xfrm>
      </p:grpSpPr>
      <p:sp>
        <p:nvSpPr>
          <p:cNvPr id="52" name="Google Shape;52;p72"/>
          <p:cNvSpPr txBox="1">
            <a:spLocks noGrp="1"/>
          </p:cNvSpPr>
          <p:nvPr>
            <p:ph type="dt" idx="10"/>
          </p:nvPr>
        </p:nvSpPr>
        <p:spPr>
          <a:xfrm>
            <a:off x="527381" y="6545320"/>
            <a:ext cx="284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3" name="Google Shape;53;p72"/>
          <p:cNvSpPr txBox="1">
            <a:spLocks noGrp="1"/>
          </p:cNvSpPr>
          <p:nvPr>
            <p:ph type="ftr" idx="11"/>
          </p:nvPr>
        </p:nvSpPr>
        <p:spPr>
          <a:xfrm>
            <a:off x="2754737" y="6548128"/>
            <a:ext cx="7277705" cy="36512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72"/>
          <p:cNvSpPr txBox="1">
            <a:spLocks noGrp="1"/>
          </p:cNvSpPr>
          <p:nvPr>
            <p:ph type="sldNum" idx="12"/>
          </p:nvPr>
        </p:nvSpPr>
        <p:spPr>
          <a:xfrm>
            <a:off x="8989119" y="6545320"/>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タイトル付きの&#10;コンテンツ" type="objTx">
  <p:cSld name="OBJECT_WITH_CAPTION_TEXT">
    <p:spTree>
      <p:nvGrpSpPr>
        <p:cNvPr id="1" name="Shape 55"/>
        <p:cNvGrpSpPr/>
        <p:nvPr/>
      </p:nvGrpSpPr>
      <p:grpSpPr>
        <a:xfrm>
          <a:off x="0" y="0"/>
          <a:ext cx="0" cy="0"/>
          <a:chOff x="0" y="0"/>
          <a:chExt cx="0" cy="0"/>
        </a:xfrm>
      </p:grpSpPr>
      <p:sp>
        <p:nvSpPr>
          <p:cNvPr id="56" name="Google Shape;56;p73"/>
          <p:cNvSpPr txBox="1">
            <a:spLocks noGrp="1"/>
          </p:cNvSpPr>
          <p:nvPr>
            <p:ph type="title"/>
          </p:nvPr>
        </p:nvSpPr>
        <p:spPr>
          <a:xfrm>
            <a:off x="609603" y="273050"/>
            <a:ext cx="4011084"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1500"/>
              <a:buFont typeface="Arial"/>
              <a:buNone/>
              <a:defRPr sz="15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7" name="Google Shape;57;p73"/>
          <p:cNvSpPr txBox="1">
            <a:spLocks noGrp="1"/>
          </p:cNvSpPr>
          <p:nvPr>
            <p:ph type="body" idx="1"/>
          </p:nvPr>
        </p:nvSpPr>
        <p:spPr>
          <a:xfrm>
            <a:off x="4766733" y="273057"/>
            <a:ext cx="6815667" cy="5853113"/>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61950" algn="l">
              <a:spcBef>
                <a:spcPts val="420"/>
              </a:spcBef>
              <a:spcAft>
                <a:spcPts val="0"/>
              </a:spcAft>
              <a:buClr>
                <a:schemeClr val="dk1"/>
              </a:buClr>
              <a:buSzPts val="2100"/>
              <a:buChar char="–"/>
              <a:defRPr sz="2100"/>
            </a:lvl2pPr>
            <a:lvl3pPr marL="1371600" lvl="2" indent="-342900" algn="l">
              <a:spcBef>
                <a:spcPts val="360"/>
              </a:spcBef>
              <a:spcAft>
                <a:spcPts val="0"/>
              </a:spcAft>
              <a:buClr>
                <a:schemeClr val="dk1"/>
              </a:buClr>
              <a:buSzPts val="1800"/>
              <a:buChar char="•"/>
              <a:defRPr sz="1800"/>
            </a:lvl3pPr>
            <a:lvl4pPr marL="1828800" lvl="3" indent="-323850" algn="l">
              <a:spcBef>
                <a:spcPts val="300"/>
              </a:spcBef>
              <a:spcAft>
                <a:spcPts val="0"/>
              </a:spcAft>
              <a:buClr>
                <a:schemeClr val="dk1"/>
              </a:buClr>
              <a:buSzPts val="1500"/>
              <a:buChar char="–"/>
              <a:defRPr sz="1500"/>
            </a:lvl4pPr>
            <a:lvl5pPr marL="2286000" lvl="4" indent="-323850" algn="l">
              <a:spcBef>
                <a:spcPts val="300"/>
              </a:spcBef>
              <a:spcAft>
                <a:spcPts val="0"/>
              </a:spcAft>
              <a:buClr>
                <a:schemeClr val="dk1"/>
              </a:buClr>
              <a:buSzPts val="1500"/>
              <a:buChar char="»"/>
              <a:defRPr sz="1500"/>
            </a:lvl5pPr>
            <a:lvl6pPr marL="2743200" lvl="5" indent="-323850" algn="l">
              <a:spcBef>
                <a:spcPts val="300"/>
              </a:spcBef>
              <a:spcAft>
                <a:spcPts val="0"/>
              </a:spcAft>
              <a:buClr>
                <a:schemeClr val="dk1"/>
              </a:buClr>
              <a:buSzPts val="1500"/>
              <a:buChar char="•"/>
              <a:defRPr sz="1500"/>
            </a:lvl6pPr>
            <a:lvl7pPr marL="3200400" lvl="6" indent="-323850" algn="l">
              <a:spcBef>
                <a:spcPts val="300"/>
              </a:spcBef>
              <a:spcAft>
                <a:spcPts val="0"/>
              </a:spcAft>
              <a:buClr>
                <a:schemeClr val="dk1"/>
              </a:buClr>
              <a:buSzPts val="1500"/>
              <a:buChar char="•"/>
              <a:defRPr sz="1500"/>
            </a:lvl7pPr>
            <a:lvl8pPr marL="3657600" lvl="7" indent="-323850" algn="l">
              <a:spcBef>
                <a:spcPts val="300"/>
              </a:spcBef>
              <a:spcAft>
                <a:spcPts val="0"/>
              </a:spcAft>
              <a:buClr>
                <a:schemeClr val="dk1"/>
              </a:buClr>
              <a:buSzPts val="1500"/>
              <a:buChar char="•"/>
              <a:defRPr sz="1500"/>
            </a:lvl8pPr>
            <a:lvl9pPr marL="4114800" lvl="8" indent="-323850" algn="l">
              <a:spcBef>
                <a:spcPts val="300"/>
              </a:spcBef>
              <a:spcAft>
                <a:spcPts val="0"/>
              </a:spcAft>
              <a:buClr>
                <a:schemeClr val="dk1"/>
              </a:buClr>
              <a:buSzPts val="1500"/>
              <a:buChar char="•"/>
              <a:defRPr sz="1500"/>
            </a:lvl9pPr>
          </a:lstStyle>
          <a:p>
            <a:endParaRPr/>
          </a:p>
        </p:txBody>
      </p:sp>
      <p:sp>
        <p:nvSpPr>
          <p:cNvPr id="58" name="Google Shape;58;p73"/>
          <p:cNvSpPr txBox="1">
            <a:spLocks noGrp="1"/>
          </p:cNvSpPr>
          <p:nvPr>
            <p:ph type="body" idx="2"/>
          </p:nvPr>
        </p:nvSpPr>
        <p:spPr>
          <a:xfrm>
            <a:off x="609603" y="1435103"/>
            <a:ext cx="4011084"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10"/>
              </a:spcBef>
              <a:spcAft>
                <a:spcPts val="0"/>
              </a:spcAft>
              <a:buClr>
                <a:schemeClr val="dk1"/>
              </a:buClr>
              <a:buSzPts val="1051"/>
              <a:buNone/>
              <a:defRPr sz="1051"/>
            </a:lvl1pPr>
            <a:lvl2pPr marL="914400" lvl="1" indent="-228600" algn="l">
              <a:spcBef>
                <a:spcPts val="180"/>
              </a:spcBef>
              <a:spcAft>
                <a:spcPts val="0"/>
              </a:spcAft>
              <a:buClr>
                <a:schemeClr val="dk1"/>
              </a:buClr>
              <a:buSzPts val="900"/>
              <a:buNone/>
              <a:defRPr sz="900"/>
            </a:lvl2pPr>
            <a:lvl3pPr marL="1371600" lvl="2" indent="-228600" algn="l">
              <a:spcBef>
                <a:spcPts val="150"/>
              </a:spcBef>
              <a:spcAft>
                <a:spcPts val="0"/>
              </a:spcAft>
              <a:buClr>
                <a:schemeClr val="dk1"/>
              </a:buClr>
              <a:buSzPts val="751"/>
              <a:buNone/>
              <a:defRPr sz="751"/>
            </a:lvl3pPr>
            <a:lvl4pPr marL="1828800" lvl="3" indent="-228600" algn="l">
              <a:spcBef>
                <a:spcPts val="135"/>
              </a:spcBef>
              <a:spcAft>
                <a:spcPts val="0"/>
              </a:spcAft>
              <a:buClr>
                <a:schemeClr val="dk1"/>
              </a:buClr>
              <a:buSzPts val="675"/>
              <a:buNone/>
              <a:defRPr sz="675"/>
            </a:lvl4pPr>
            <a:lvl5pPr marL="2286000" lvl="4" indent="-228600" algn="l">
              <a:spcBef>
                <a:spcPts val="135"/>
              </a:spcBef>
              <a:spcAft>
                <a:spcPts val="0"/>
              </a:spcAft>
              <a:buClr>
                <a:schemeClr val="dk1"/>
              </a:buClr>
              <a:buSzPts val="675"/>
              <a:buNone/>
              <a:defRPr sz="675"/>
            </a:lvl5pPr>
            <a:lvl6pPr marL="2743200" lvl="5" indent="-228600" algn="l">
              <a:spcBef>
                <a:spcPts val="135"/>
              </a:spcBef>
              <a:spcAft>
                <a:spcPts val="0"/>
              </a:spcAft>
              <a:buClr>
                <a:schemeClr val="dk1"/>
              </a:buClr>
              <a:buSzPts val="675"/>
              <a:buNone/>
              <a:defRPr sz="675"/>
            </a:lvl6pPr>
            <a:lvl7pPr marL="3200400" lvl="6" indent="-228600" algn="l">
              <a:spcBef>
                <a:spcPts val="135"/>
              </a:spcBef>
              <a:spcAft>
                <a:spcPts val="0"/>
              </a:spcAft>
              <a:buClr>
                <a:schemeClr val="dk1"/>
              </a:buClr>
              <a:buSzPts val="675"/>
              <a:buNone/>
              <a:defRPr sz="675"/>
            </a:lvl7pPr>
            <a:lvl8pPr marL="3657600" lvl="7" indent="-228600" algn="l">
              <a:spcBef>
                <a:spcPts val="135"/>
              </a:spcBef>
              <a:spcAft>
                <a:spcPts val="0"/>
              </a:spcAft>
              <a:buClr>
                <a:schemeClr val="dk1"/>
              </a:buClr>
              <a:buSzPts val="675"/>
              <a:buNone/>
              <a:defRPr sz="675"/>
            </a:lvl8pPr>
            <a:lvl9pPr marL="4114800" lvl="8" indent="-228600" algn="l">
              <a:spcBef>
                <a:spcPts val="135"/>
              </a:spcBef>
              <a:spcAft>
                <a:spcPts val="0"/>
              </a:spcAft>
              <a:buClr>
                <a:schemeClr val="dk1"/>
              </a:buClr>
              <a:buSzPts val="675"/>
              <a:buNone/>
              <a:defRPr sz="675"/>
            </a:lvl9pPr>
          </a:lstStyle>
          <a:p>
            <a:endParaRPr/>
          </a:p>
        </p:txBody>
      </p:sp>
      <p:sp>
        <p:nvSpPr>
          <p:cNvPr id="59" name="Google Shape;59;p73"/>
          <p:cNvSpPr txBox="1">
            <a:spLocks noGrp="1"/>
          </p:cNvSpPr>
          <p:nvPr>
            <p:ph type="dt" idx="10"/>
          </p:nvPr>
        </p:nvSpPr>
        <p:spPr>
          <a:xfrm>
            <a:off x="527381" y="6545320"/>
            <a:ext cx="284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60" name="Google Shape;60;p73"/>
          <p:cNvSpPr txBox="1">
            <a:spLocks noGrp="1"/>
          </p:cNvSpPr>
          <p:nvPr>
            <p:ph type="ftr" idx="11"/>
          </p:nvPr>
        </p:nvSpPr>
        <p:spPr>
          <a:xfrm>
            <a:off x="2754737" y="6548128"/>
            <a:ext cx="7277705" cy="36512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73"/>
          <p:cNvSpPr txBox="1">
            <a:spLocks noGrp="1"/>
          </p:cNvSpPr>
          <p:nvPr>
            <p:ph type="sldNum" idx="12"/>
          </p:nvPr>
        </p:nvSpPr>
        <p:spPr>
          <a:xfrm>
            <a:off x="8989119" y="6545320"/>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タイトル付きの図" type="picTx">
  <p:cSld name="PICTURE_WITH_CAPTION_TEXT">
    <p:spTree>
      <p:nvGrpSpPr>
        <p:cNvPr id="1" name="Shape 62"/>
        <p:cNvGrpSpPr/>
        <p:nvPr/>
      </p:nvGrpSpPr>
      <p:grpSpPr>
        <a:xfrm>
          <a:off x="0" y="0"/>
          <a:ext cx="0" cy="0"/>
          <a:chOff x="0" y="0"/>
          <a:chExt cx="0" cy="0"/>
        </a:xfrm>
      </p:grpSpPr>
      <p:sp>
        <p:nvSpPr>
          <p:cNvPr id="63" name="Google Shape;63;p74"/>
          <p:cNvSpPr txBox="1">
            <a:spLocks noGrp="1"/>
          </p:cNvSpPr>
          <p:nvPr>
            <p:ph type="title"/>
          </p:nvPr>
        </p:nvSpPr>
        <p:spPr>
          <a:xfrm>
            <a:off x="2389717" y="4800600"/>
            <a:ext cx="73152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1500"/>
              <a:buFont typeface="Arial"/>
              <a:buNone/>
              <a:defRPr sz="15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74"/>
          <p:cNvSpPr>
            <a:spLocks noGrp="1"/>
          </p:cNvSpPr>
          <p:nvPr>
            <p:ph type="pic" idx="2"/>
          </p:nvPr>
        </p:nvSpPr>
        <p:spPr>
          <a:xfrm>
            <a:off x="2389717" y="612775"/>
            <a:ext cx="7315200" cy="4114800"/>
          </a:xfrm>
          <a:prstGeom prst="rect">
            <a:avLst/>
          </a:prstGeom>
          <a:noFill/>
          <a:ln>
            <a:noFill/>
          </a:ln>
        </p:spPr>
      </p:sp>
      <p:sp>
        <p:nvSpPr>
          <p:cNvPr id="65" name="Google Shape;65;p74"/>
          <p:cNvSpPr txBox="1">
            <a:spLocks noGrp="1"/>
          </p:cNvSpPr>
          <p:nvPr>
            <p:ph type="body" idx="1"/>
          </p:nvPr>
        </p:nvSpPr>
        <p:spPr>
          <a:xfrm>
            <a:off x="2389717" y="5367338"/>
            <a:ext cx="73152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10"/>
              </a:spcBef>
              <a:spcAft>
                <a:spcPts val="0"/>
              </a:spcAft>
              <a:buClr>
                <a:schemeClr val="dk1"/>
              </a:buClr>
              <a:buSzPts val="1051"/>
              <a:buNone/>
              <a:defRPr sz="1051"/>
            </a:lvl1pPr>
            <a:lvl2pPr marL="914400" lvl="1" indent="-228600" algn="l">
              <a:spcBef>
                <a:spcPts val="180"/>
              </a:spcBef>
              <a:spcAft>
                <a:spcPts val="0"/>
              </a:spcAft>
              <a:buClr>
                <a:schemeClr val="dk1"/>
              </a:buClr>
              <a:buSzPts val="900"/>
              <a:buNone/>
              <a:defRPr sz="900"/>
            </a:lvl2pPr>
            <a:lvl3pPr marL="1371600" lvl="2" indent="-228600" algn="l">
              <a:spcBef>
                <a:spcPts val="150"/>
              </a:spcBef>
              <a:spcAft>
                <a:spcPts val="0"/>
              </a:spcAft>
              <a:buClr>
                <a:schemeClr val="dk1"/>
              </a:buClr>
              <a:buSzPts val="751"/>
              <a:buNone/>
              <a:defRPr sz="751"/>
            </a:lvl3pPr>
            <a:lvl4pPr marL="1828800" lvl="3" indent="-228600" algn="l">
              <a:spcBef>
                <a:spcPts val="135"/>
              </a:spcBef>
              <a:spcAft>
                <a:spcPts val="0"/>
              </a:spcAft>
              <a:buClr>
                <a:schemeClr val="dk1"/>
              </a:buClr>
              <a:buSzPts val="675"/>
              <a:buNone/>
              <a:defRPr sz="675"/>
            </a:lvl4pPr>
            <a:lvl5pPr marL="2286000" lvl="4" indent="-228600" algn="l">
              <a:spcBef>
                <a:spcPts val="135"/>
              </a:spcBef>
              <a:spcAft>
                <a:spcPts val="0"/>
              </a:spcAft>
              <a:buClr>
                <a:schemeClr val="dk1"/>
              </a:buClr>
              <a:buSzPts val="675"/>
              <a:buNone/>
              <a:defRPr sz="675"/>
            </a:lvl5pPr>
            <a:lvl6pPr marL="2743200" lvl="5" indent="-228600" algn="l">
              <a:spcBef>
                <a:spcPts val="135"/>
              </a:spcBef>
              <a:spcAft>
                <a:spcPts val="0"/>
              </a:spcAft>
              <a:buClr>
                <a:schemeClr val="dk1"/>
              </a:buClr>
              <a:buSzPts val="675"/>
              <a:buNone/>
              <a:defRPr sz="675"/>
            </a:lvl6pPr>
            <a:lvl7pPr marL="3200400" lvl="6" indent="-228600" algn="l">
              <a:spcBef>
                <a:spcPts val="135"/>
              </a:spcBef>
              <a:spcAft>
                <a:spcPts val="0"/>
              </a:spcAft>
              <a:buClr>
                <a:schemeClr val="dk1"/>
              </a:buClr>
              <a:buSzPts val="675"/>
              <a:buNone/>
              <a:defRPr sz="675"/>
            </a:lvl7pPr>
            <a:lvl8pPr marL="3657600" lvl="7" indent="-228600" algn="l">
              <a:spcBef>
                <a:spcPts val="135"/>
              </a:spcBef>
              <a:spcAft>
                <a:spcPts val="0"/>
              </a:spcAft>
              <a:buClr>
                <a:schemeClr val="dk1"/>
              </a:buClr>
              <a:buSzPts val="675"/>
              <a:buNone/>
              <a:defRPr sz="675"/>
            </a:lvl8pPr>
            <a:lvl9pPr marL="4114800" lvl="8" indent="-228600" algn="l">
              <a:spcBef>
                <a:spcPts val="135"/>
              </a:spcBef>
              <a:spcAft>
                <a:spcPts val="0"/>
              </a:spcAft>
              <a:buClr>
                <a:schemeClr val="dk1"/>
              </a:buClr>
              <a:buSzPts val="675"/>
              <a:buNone/>
              <a:defRPr sz="675"/>
            </a:lvl9pPr>
          </a:lstStyle>
          <a:p>
            <a:endParaRPr/>
          </a:p>
        </p:txBody>
      </p:sp>
      <p:sp>
        <p:nvSpPr>
          <p:cNvPr id="66" name="Google Shape;66;p74"/>
          <p:cNvSpPr txBox="1">
            <a:spLocks noGrp="1"/>
          </p:cNvSpPr>
          <p:nvPr>
            <p:ph type="dt" idx="10"/>
          </p:nvPr>
        </p:nvSpPr>
        <p:spPr>
          <a:xfrm>
            <a:off x="527381" y="6545320"/>
            <a:ext cx="284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67" name="Google Shape;67;p74"/>
          <p:cNvSpPr txBox="1">
            <a:spLocks noGrp="1"/>
          </p:cNvSpPr>
          <p:nvPr>
            <p:ph type="ftr" idx="11"/>
          </p:nvPr>
        </p:nvSpPr>
        <p:spPr>
          <a:xfrm>
            <a:off x="2754737" y="6548128"/>
            <a:ext cx="7277705" cy="36512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74"/>
          <p:cNvSpPr txBox="1">
            <a:spLocks noGrp="1"/>
          </p:cNvSpPr>
          <p:nvPr>
            <p:ph type="sldNum" idx="12"/>
          </p:nvPr>
        </p:nvSpPr>
        <p:spPr>
          <a:xfrm>
            <a:off x="8989119" y="6545320"/>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タイトルと&#10;縦書きテキスト" type="vertTx">
  <p:cSld name="VERTICAL_TEXT">
    <p:spTree>
      <p:nvGrpSpPr>
        <p:cNvPr id="1" name="Shape 69"/>
        <p:cNvGrpSpPr/>
        <p:nvPr/>
      </p:nvGrpSpPr>
      <p:grpSpPr>
        <a:xfrm>
          <a:off x="0" y="0"/>
          <a:ext cx="0" cy="0"/>
          <a:chOff x="0" y="0"/>
          <a:chExt cx="0" cy="0"/>
        </a:xfrm>
      </p:grpSpPr>
      <p:sp>
        <p:nvSpPr>
          <p:cNvPr id="70" name="Google Shape;70;p75"/>
          <p:cNvSpPr txBox="1">
            <a:spLocks noGrp="1"/>
          </p:cNvSpPr>
          <p:nvPr>
            <p:ph type="title"/>
          </p:nvPr>
        </p:nvSpPr>
        <p:spPr>
          <a:xfrm>
            <a:off x="858089" y="58109"/>
            <a:ext cx="10382944" cy="850611"/>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1" name="Google Shape;71;p75"/>
          <p:cNvSpPr txBox="1">
            <a:spLocks noGrp="1"/>
          </p:cNvSpPr>
          <p:nvPr>
            <p:ph type="body" idx="1"/>
          </p:nvPr>
        </p:nvSpPr>
        <p:spPr>
          <a:xfrm rot="5400000">
            <a:off x="3484452" y="-1678098"/>
            <a:ext cx="5223096" cy="10972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2" name="Google Shape;72;p75"/>
          <p:cNvSpPr txBox="1">
            <a:spLocks noGrp="1"/>
          </p:cNvSpPr>
          <p:nvPr>
            <p:ph type="dt" idx="10"/>
          </p:nvPr>
        </p:nvSpPr>
        <p:spPr>
          <a:xfrm>
            <a:off x="527381" y="6545320"/>
            <a:ext cx="284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73" name="Google Shape;73;p75"/>
          <p:cNvSpPr txBox="1">
            <a:spLocks noGrp="1"/>
          </p:cNvSpPr>
          <p:nvPr>
            <p:ph type="ftr" idx="11"/>
          </p:nvPr>
        </p:nvSpPr>
        <p:spPr>
          <a:xfrm>
            <a:off x="2754737" y="6548128"/>
            <a:ext cx="7277705" cy="36512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75"/>
          <p:cNvSpPr txBox="1">
            <a:spLocks noGrp="1"/>
          </p:cNvSpPr>
          <p:nvPr>
            <p:ph type="sldNum" idx="12"/>
          </p:nvPr>
        </p:nvSpPr>
        <p:spPr>
          <a:xfrm>
            <a:off x="8989119" y="6545320"/>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縦書きタイトルと&#10;縦書きテキスト" type="vertTitleAndTx">
  <p:cSld name="VERTICAL_TITLE_AND_VERTICAL_TEXT">
    <p:spTree>
      <p:nvGrpSpPr>
        <p:cNvPr id="1" name="Shape 75"/>
        <p:cNvGrpSpPr/>
        <p:nvPr/>
      </p:nvGrpSpPr>
      <p:grpSpPr>
        <a:xfrm>
          <a:off x="0" y="0"/>
          <a:ext cx="0" cy="0"/>
          <a:chOff x="0" y="0"/>
          <a:chExt cx="0" cy="0"/>
        </a:xfrm>
      </p:grpSpPr>
      <p:sp>
        <p:nvSpPr>
          <p:cNvPr id="76" name="Google Shape;76;p76"/>
          <p:cNvSpPr txBox="1">
            <a:spLocks noGrp="1"/>
          </p:cNvSpPr>
          <p:nvPr>
            <p:ph type="title"/>
          </p:nvPr>
        </p:nvSpPr>
        <p:spPr>
          <a:xfrm rot="5400000">
            <a:off x="7285038" y="1828808"/>
            <a:ext cx="5851525" cy="27432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7" name="Google Shape;77;p76"/>
          <p:cNvSpPr txBox="1">
            <a:spLocks noGrp="1"/>
          </p:cNvSpPr>
          <p:nvPr>
            <p:ph type="body" idx="1"/>
          </p:nvPr>
        </p:nvSpPr>
        <p:spPr>
          <a:xfrm rot="5400000">
            <a:off x="1697038" y="-812792"/>
            <a:ext cx="5851525" cy="80264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8" name="Google Shape;78;p76"/>
          <p:cNvSpPr txBox="1">
            <a:spLocks noGrp="1"/>
          </p:cNvSpPr>
          <p:nvPr>
            <p:ph type="dt" idx="10"/>
          </p:nvPr>
        </p:nvSpPr>
        <p:spPr>
          <a:xfrm>
            <a:off x="527381" y="6545320"/>
            <a:ext cx="284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79" name="Google Shape;79;p76"/>
          <p:cNvSpPr txBox="1">
            <a:spLocks noGrp="1"/>
          </p:cNvSpPr>
          <p:nvPr>
            <p:ph type="ftr" idx="11"/>
          </p:nvPr>
        </p:nvSpPr>
        <p:spPr>
          <a:xfrm>
            <a:off x="2754737" y="6548128"/>
            <a:ext cx="7277705" cy="36512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76"/>
          <p:cNvSpPr txBox="1">
            <a:spLocks noGrp="1"/>
          </p:cNvSpPr>
          <p:nvPr>
            <p:ph type="sldNum" idx="12"/>
          </p:nvPr>
        </p:nvSpPr>
        <p:spPr>
          <a:xfrm>
            <a:off x="8989119" y="6545320"/>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5"/>
          <p:cNvSpPr txBox="1">
            <a:spLocks noGrp="1"/>
          </p:cNvSpPr>
          <p:nvPr>
            <p:ph type="title"/>
          </p:nvPr>
        </p:nvSpPr>
        <p:spPr>
          <a:xfrm>
            <a:off x="858089" y="58109"/>
            <a:ext cx="10382944" cy="850611"/>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65"/>
          <p:cNvSpPr txBox="1">
            <a:spLocks noGrp="1"/>
          </p:cNvSpPr>
          <p:nvPr>
            <p:ph type="body" idx="1"/>
          </p:nvPr>
        </p:nvSpPr>
        <p:spPr>
          <a:xfrm>
            <a:off x="609600" y="1196754"/>
            <a:ext cx="10972800" cy="5223096"/>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1pPr>
            <a:lvl2pPr marL="914400" marR="0" lvl="1" indent="-361950" algn="l" rtl="0">
              <a:spcBef>
                <a:spcPts val="42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4pPr>
            <a:lvl5pPr marL="2286000" marR="0" lvl="4"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5pPr>
            <a:lvl6pPr marL="2743200" marR="0" lvl="5"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6pPr>
            <a:lvl7pPr marL="3200400" marR="0" lvl="6"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7pPr>
            <a:lvl8pPr marL="3657600" marR="0" lvl="7"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2" name="Google Shape;12;p65"/>
          <p:cNvSpPr txBox="1">
            <a:spLocks noGrp="1"/>
          </p:cNvSpPr>
          <p:nvPr>
            <p:ph type="sldNum" idx="12"/>
          </p:nvPr>
        </p:nvSpPr>
        <p:spPr>
          <a:xfrm>
            <a:off x="8989119" y="6545320"/>
            <a:ext cx="28448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2000" b="0" i="0" u="none" strike="noStrike" cap="none">
                <a:solidFill>
                  <a:schemeClr val="dk1"/>
                </a:solidFill>
                <a:latin typeface="Arial"/>
                <a:ea typeface="Arial"/>
                <a:cs typeface="Arial"/>
                <a:sym typeface="Arial"/>
              </a:defRPr>
            </a:lvl1pPr>
            <a:lvl2pPr marL="0" marR="0" lvl="1" indent="0" algn="r" rtl="0">
              <a:spcBef>
                <a:spcPts val="0"/>
              </a:spcBef>
              <a:buNone/>
              <a:defRPr sz="2000" b="0" i="0" u="none" strike="noStrike" cap="none">
                <a:solidFill>
                  <a:schemeClr val="dk1"/>
                </a:solidFill>
                <a:latin typeface="Arial"/>
                <a:ea typeface="Arial"/>
                <a:cs typeface="Arial"/>
                <a:sym typeface="Arial"/>
              </a:defRPr>
            </a:lvl2pPr>
            <a:lvl3pPr marL="0" marR="0" lvl="2" indent="0" algn="r" rtl="0">
              <a:spcBef>
                <a:spcPts val="0"/>
              </a:spcBef>
              <a:buNone/>
              <a:defRPr sz="2000" b="0" i="0" u="none" strike="noStrike" cap="none">
                <a:solidFill>
                  <a:schemeClr val="dk1"/>
                </a:solidFill>
                <a:latin typeface="Arial"/>
                <a:ea typeface="Arial"/>
                <a:cs typeface="Arial"/>
                <a:sym typeface="Arial"/>
              </a:defRPr>
            </a:lvl3pPr>
            <a:lvl4pPr marL="0" marR="0" lvl="3" indent="0" algn="r" rtl="0">
              <a:spcBef>
                <a:spcPts val="0"/>
              </a:spcBef>
              <a:buNone/>
              <a:defRPr sz="2000" b="0" i="0" u="none" strike="noStrike" cap="none">
                <a:solidFill>
                  <a:schemeClr val="dk1"/>
                </a:solidFill>
                <a:latin typeface="Arial"/>
                <a:ea typeface="Arial"/>
                <a:cs typeface="Arial"/>
                <a:sym typeface="Arial"/>
              </a:defRPr>
            </a:lvl4pPr>
            <a:lvl5pPr marL="0" marR="0" lvl="4" indent="0" algn="r" rtl="0">
              <a:spcBef>
                <a:spcPts val="0"/>
              </a:spcBef>
              <a:buNone/>
              <a:defRPr sz="2000" b="0" i="0" u="none" strike="noStrike" cap="none">
                <a:solidFill>
                  <a:schemeClr val="dk1"/>
                </a:solidFill>
                <a:latin typeface="Arial"/>
                <a:ea typeface="Arial"/>
                <a:cs typeface="Arial"/>
                <a:sym typeface="Arial"/>
              </a:defRPr>
            </a:lvl5pPr>
            <a:lvl6pPr marL="0" marR="0" lvl="5" indent="0" algn="r" rtl="0">
              <a:spcBef>
                <a:spcPts val="0"/>
              </a:spcBef>
              <a:buNone/>
              <a:defRPr sz="2000" b="0" i="0" u="none" strike="noStrike" cap="none">
                <a:solidFill>
                  <a:schemeClr val="dk1"/>
                </a:solidFill>
                <a:latin typeface="Arial"/>
                <a:ea typeface="Arial"/>
                <a:cs typeface="Arial"/>
                <a:sym typeface="Arial"/>
              </a:defRPr>
            </a:lvl6pPr>
            <a:lvl7pPr marL="0" marR="0" lvl="6" indent="0" algn="r" rtl="0">
              <a:spcBef>
                <a:spcPts val="0"/>
              </a:spcBef>
              <a:buNone/>
              <a:defRPr sz="2000" b="0" i="0" u="none" strike="noStrike" cap="none">
                <a:solidFill>
                  <a:schemeClr val="dk1"/>
                </a:solidFill>
                <a:latin typeface="Arial"/>
                <a:ea typeface="Arial"/>
                <a:cs typeface="Arial"/>
                <a:sym typeface="Arial"/>
              </a:defRPr>
            </a:lvl7pPr>
            <a:lvl8pPr marL="0" marR="0" lvl="7" indent="0" algn="r" rtl="0">
              <a:spcBef>
                <a:spcPts val="0"/>
              </a:spcBef>
              <a:buNone/>
              <a:defRPr sz="2000" b="0" i="0" u="none" strike="noStrike" cap="none">
                <a:solidFill>
                  <a:schemeClr val="dk1"/>
                </a:solidFill>
                <a:latin typeface="Arial"/>
                <a:ea typeface="Arial"/>
                <a:cs typeface="Arial"/>
                <a:sym typeface="Arial"/>
              </a:defRPr>
            </a:lvl8pPr>
            <a:lvl9pPr marL="0" marR="0" lvl="8" indent="0" algn="r" rtl="0">
              <a:spcBef>
                <a:spcPts val="0"/>
              </a:spcBef>
              <a:buNone/>
              <a:defRPr sz="20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
        <p:nvSpPr>
          <p:cNvPr id="13" name="Google Shape;13;p65"/>
          <p:cNvSpPr txBox="1">
            <a:spLocks noGrp="1"/>
          </p:cNvSpPr>
          <p:nvPr>
            <p:ph type="ftr" idx="11"/>
          </p:nvPr>
        </p:nvSpPr>
        <p:spPr>
          <a:xfrm>
            <a:off x="2754737" y="6548128"/>
            <a:ext cx="8484764"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4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jp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6.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2.mp4"/><Relationship Id="rId1" Type="http://schemas.microsoft.com/office/2007/relationships/media" Target="../media/media2.mp4"/><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3.mp4"/><Relationship Id="rId1" Type="http://schemas.microsoft.com/office/2007/relationships/media" Target="../media/media3.mp4"/><Relationship Id="rId5" Type="http://schemas.openxmlformats.org/officeDocument/2006/relationships/image" Target="../media/image10.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4.mp4"/><Relationship Id="rId1" Type="http://schemas.microsoft.com/office/2007/relationships/media" Target="../media/media4.mp4"/><Relationship Id="rId5" Type="http://schemas.openxmlformats.org/officeDocument/2006/relationships/image" Target="../media/image11.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5.mp4"/><Relationship Id="rId1" Type="http://schemas.microsoft.com/office/2007/relationships/media" Target="../media/media5.mp4"/><Relationship Id="rId5" Type="http://schemas.openxmlformats.org/officeDocument/2006/relationships/image" Target="../media/image12.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hyperlink" Target="https://reps.openrobotics.org/rep-0156-2026/" TargetMode="External"/></Relationships>
</file>

<file path=ppt/slides/_rels/slide11.xml.rels><?xml version="1.0" encoding="UTF-8" standalone="yes"?>
<Relationships xmlns="http://schemas.openxmlformats.org/package/2006/relationships"><Relationship Id="rId3" Type="http://schemas.openxmlformats.org/officeDocument/2006/relationships/hyperlink" Target="https://github.com/ros2/ros2cli"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reps.openrobotics.org/rep-0001-2025/"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github.com/ros2/rcl/issues/1178"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hyperlink" Target="https://docs.ros.org/en/rolling/Concepts/Intermediate/About-Logging.html#rcl-logging-implementation"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8" Type="http://schemas.openxmlformats.org/officeDocument/2006/relationships/hyperlink" Target="https://github.com/fujitatomoya/rcl_logging_syslog" TargetMode="External"/><Relationship Id="rId3" Type="http://schemas.openxmlformats.org/officeDocument/2006/relationships/hyperlink" Target="https://man7.org/linux/man-pages/man3/syslog.3.html" TargetMode="External"/><Relationship Id="rId7"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hyperlink" Target="https://fluentbit.io/" TargetMode="External"/><Relationship Id="rId4" Type="http://schemas.openxmlformats.org/officeDocument/2006/relationships/hyperlink" Target="https://www.rsyslog.com/" TargetMode="External"/></Relationships>
</file>

<file path=ppt/slides/_rels/slide19.xml.rels><?xml version="1.0" encoding="UTF-8" standalone="yes"?>
<Relationships xmlns="http://schemas.openxmlformats.org/package/2006/relationships"><Relationship Id="rId3" Type="http://schemas.openxmlformats.org/officeDocument/2006/relationships/hyperlink" Target="https://github.com/fujitatomoya/rcl_logging_syslog?tab=readme-ov-file#installation"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hyperlink" Target="https://github.com/fujitatomoya/rcl_logging_syslog" TargetMode="External"/><Relationship Id="rId5" Type="http://schemas.openxmlformats.org/officeDocument/2006/relationships/image" Target="../media/image20.png"/><Relationship Id="rId4" Type="http://schemas.openxmlformats.org/officeDocument/2006/relationships/hyperlink" Target="https://reps.openrobotics.org/rep-0156-2026/"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
          <p:cNvSpPr txBox="1">
            <a:spLocks noGrp="1"/>
          </p:cNvSpPr>
          <p:nvPr>
            <p:ph type="sldNum" idx="12"/>
          </p:nvPr>
        </p:nvSpPr>
        <p:spPr>
          <a:xfrm>
            <a:off x="8989119" y="6535795"/>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ltLang="ja-JP"/>
              <a:t>1</a:t>
            </a:fld>
            <a:r>
              <a:rPr lang="ja-JP"/>
              <a:t>/20</a:t>
            </a:r>
            <a:endParaRPr/>
          </a:p>
        </p:txBody>
      </p:sp>
      <p:sp>
        <p:nvSpPr>
          <p:cNvPr id="87" name="Google Shape;87;p1"/>
          <p:cNvSpPr txBox="1"/>
          <p:nvPr/>
        </p:nvSpPr>
        <p:spPr>
          <a:xfrm>
            <a:off x="570464" y="1242375"/>
            <a:ext cx="11051072" cy="2110055"/>
          </a:xfrm>
          <a:prstGeom prst="rect">
            <a:avLst/>
          </a:prstGeom>
          <a:noFill/>
          <a:ln>
            <a:noFill/>
          </a:ln>
        </p:spPr>
        <p:txBody>
          <a:bodyPr spcFirstLastPara="1" wrap="square" lIns="91425" tIns="45700" rIns="91425" bIns="45700" anchor="ctr" anchorCtr="0">
            <a:normAutofit/>
          </a:bodyPr>
          <a:lstStyle/>
          <a:p>
            <a:pPr marL="0" marR="0" lvl="0" indent="0" algn="ctr" rtl="0">
              <a:spcBef>
                <a:spcPts val="0"/>
              </a:spcBef>
              <a:spcAft>
                <a:spcPts val="0"/>
              </a:spcAft>
              <a:buClr>
                <a:schemeClr val="dk1"/>
              </a:buClr>
              <a:buSzPts val="3600"/>
              <a:buFont typeface="Arial"/>
              <a:buNone/>
            </a:pPr>
            <a:r>
              <a:rPr lang="ja-JP" sz="3600" b="1" i="0" u="none" strike="noStrike" cap="none">
                <a:solidFill>
                  <a:schemeClr val="dk1"/>
                </a:solidFill>
                <a:latin typeface="Arial"/>
                <a:ea typeface="Arial"/>
                <a:cs typeface="Arial"/>
                <a:sym typeface="Arial"/>
              </a:rPr>
              <a:t>ros2log new CLI and rcl_logging_implementation for Lyrical Luth</a:t>
            </a:r>
            <a:endParaRPr sz="4400" b="1" i="0" u="none" strike="noStrike" cap="none">
              <a:solidFill>
                <a:schemeClr val="dk1"/>
              </a:solidFill>
              <a:latin typeface="Arial"/>
              <a:ea typeface="Arial"/>
              <a:cs typeface="Arial"/>
              <a:sym typeface="Arial"/>
            </a:endParaRPr>
          </a:p>
        </p:txBody>
      </p:sp>
      <p:sp>
        <p:nvSpPr>
          <p:cNvPr id="88" name="Google Shape;88;p1"/>
          <p:cNvSpPr txBox="1"/>
          <p:nvPr/>
        </p:nvSpPr>
        <p:spPr>
          <a:xfrm>
            <a:off x="8989119" y="6535795"/>
            <a:ext cx="2844800"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altLang="ja-JP" sz="2000" b="0" i="0" u="none" strike="noStrike" cap="none">
                <a:solidFill>
                  <a:schemeClr val="dk1"/>
                </a:solidFill>
                <a:latin typeface="Arial"/>
                <a:ea typeface="Arial"/>
                <a:cs typeface="Arial"/>
                <a:sym typeface="Arial"/>
              </a:rPr>
              <a:t>1</a:t>
            </a:fld>
            <a:r>
              <a:rPr lang="ja-JP" sz="2000" b="0" i="0" u="none" strike="noStrike" cap="none">
                <a:solidFill>
                  <a:schemeClr val="dk1"/>
                </a:solidFill>
                <a:latin typeface="Arial"/>
                <a:ea typeface="Arial"/>
                <a:cs typeface="Arial"/>
                <a:sym typeface="Arial"/>
              </a:rPr>
              <a:t>/20</a:t>
            </a:r>
            <a:endParaRPr sz="2000" b="0" i="0" u="none" strike="noStrike" cap="none">
              <a:solidFill>
                <a:schemeClr val="dk1"/>
              </a:solidFill>
              <a:latin typeface="Arial"/>
              <a:ea typeface="Arial"/>
              <a:cs typeface="Arial"/>
              <a:sym typeface="Arial"/>
            </a:endParaRPr>
          </a:p>
        </p:txBody>
      </p:sp>
      <p:sp>
        <p:nvSpPr>
          <p:cNvPr id="90" name="Google Shape;90;p1"/>
          <p:cNvSpPr txBox="1"/>
          <p:nvPr/>
        </p:nvSpPr>
        <p:spPr>
          <a:xfrm>
            <a:off x="5223020" y="5470088"/>
            <a:ext cx="2659380" cy="95410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ja-JP" sz="2800" b="1" i="0" u="none" strike="noStrike" cap="none">
                <a:solidFill>
                  <a:schemeClr val="dk1"/>
                </a:solidFill>
                <a:latin typeface="Arial"/>
                <a:ea typeface="Arial"/>
                <a:cs typeface="Arial"/>
                <a:sym typeface="Arial"/>
              </a:rPr>
              <a:t>Tomoya Fujita</a:t>
            </a:r>
            <a:br>
              <a:rPr lang="ja-JP" sz="2800" b="0" i="0" u="none" strike="noStrike" cap="none">
                <a:solidFill>
                  <a:schemeClr val="dk1"/>
                </a:solidFill>
                <a:latin typeface="Arial"/>
                <a:ea typeface="Arial"/>
                <a:cs typeface="Arial"/>
                <a:sym typeface="Arial"/>
              </a:rPr>
            </a:br>
            <a:r>
              <a:rPr lang="ja-JP" sz="2800" b="0" i="0" u="none" strike="noStrike" cap="none">
                <a:solidFill>
                  <a:schemeClr val="dk1"/>
                </a:solidFill>
                <a:latin typeface="Arial"/>
                <a:ea typeface="Arial"/>
                <a:cs typeface="Arial"/>
                <a:sym typeface="Arial"/>
              </a:rPr>
              <a:t>TriOrb.Inc</a:t>
            </a:r>
            <a:endParaRPr sz="2800" b="0" i="0" u="none" strike="noStrike" cap="none">
              <a:solidFill>
                <a:schemeClr val="dk1"/>
              </a:solidFill>
              <a:latin typeface="Arial"/>
              <a:ea typeface="Arial"/>
              <a:cs typeface="Arial"/>
              <a:sym typeface="Arial"/>
            </a:endParaRPr>
          </a:p>
        </p:txBody>
      </p:sp>
      <p:pic>
        <p:nvPicPr>
          <p:cNvPr id="91" name="Google Shape;91;p1" descr="画像"/>
          <p:cNvPicPr preferRelativeResize="0"/>
          <p:nvPr/>
        </p:nvPicPr>
        <p:blipFill rotWithShape="1">
          <a:blip r:embed="rId3">
            <a:alphaModFix/>
          </a:blip>
          <a:srcRect l="21695" t="20254" r="12477" b="25416"/>
          <a:stretch/>
        </p:blipFill>
        <p:spPr>
          <a:xfrm>
            <a:off x="5722734" y="3352430"/>
            <a:ext cx="1659951" cy="2054814"/>
          </a:xfrm>
          <a:custGeom>
            <a:avLst/>
            <a:gdLst/>
            <a:ahLst/>
            <a:cxnLst/>
            <a:rect l="l" t="t" r="r" b="b"/>
            <a:pathLst>
              <a:path w="2312670" h="2862800" extrusionOk="0">
                <a:moveTo>
                  <a:pt x="1156335" y="0"/>
                </a:moveTo>
                <a:cubicBezTo>
                  <a:pt x="1794961" y="0"/>
                  <a:pt x="2312670" y="640860"/>
                  <a:pt x="2312670" y="1431400"/>
                </a:cubicBezTo>
                <a:cubicBezTo>
                  <a:pt x="2312670" y="2221940"/>
                  <a:pt x="1794961" y="2862800"/>
                  <a:pt x="1156335" y="2862800"/>
                </a:cubicBezTo>
                <a:cubicBezTo>
                  <a:pt x="517709" y="2862800"/>
                  <a:pt x="0" y="2221940"/>
                  <a:pt x="0" y="1431400"/>
                </a:cubicBezTo>
                <a:cubicBezTo>
                  <a:pt x="0" y="640860"/>
                  <a:pt x="517709" y="0"/>
                  <a:pt x="1156335" y="0"/>
                </a:cubicBezTo>
                <a:close/>
              </a:path>
            </a:pathLst>
          </a:custGeom>
          <a:noFill/>
          <a:ln>
            <a:noFill/>
          </a:ln>
        </p:spPr>
      </p:pic>
      <p:pic>
        <p:nvPicPr>
          <p:cNvPr id="92" name="Google Shape;92;p1" descr="Profile image"/>
          <p:cNvPicPr preferRelativeResize="0"/>
          <p:nvPr/>
        </p:nvPicPr>
        <p:blipFill rotWithShape="1">
          <a:blip r:embed="rId4">
            <a:alphaModFix/>
          </a:blip>
          <a:srcRect l="15198" t="12780" r="15198" b="1057"/>
          <a:stretch/>
        </p:blipFill>
        <p:spPr>
          <a:xfrm>
            <a:off x="9426904" y="3352430"/>
            <a:ext cx="1659951" cy="2054814"/>
          </a:xfrm>
          <a:custGeom>
            <a:avLst/>
            <a:gdLst/>
            <a:ahLst/>
            <a:cxnLst/>
            <a:rect l="l" t="t" r="r" b="b"/>
            <a:pathLst>
              <a:path w="3809738" h="4715984" extrusionOk="0">
                <a:moveTo>
                  <a:pt x="1904870" y="0"/>
                </a:moveTo>
                <a:cubicBezTo>
                  <a:pt x="2956898" y="0"/>
                  <a:pt x="3809738" y="1055709"/>
                  <a:pt x="3809738" y="2357992"/>
                </a:cubicBezTo>
                <a:cubicBezTo>
                  <a:pt x="3809738" y="3660275"/>
                  <a:pt x="2956898" y="4715984"/>
                  <a:pt x="1904870" y="4715984"/>
                </a:cubicBezTo>
                <a:cubicBezTo>
                  <a:pt x="852838" y="4715984"/>
                  <a:pt x="0" y="3660275"/>
                  <a:pt x="0" y="2357992"/>
                </a:cubicBezTo>
                <a:cubicBezTo>
                  <a:pt x="0" y="1055709"/>
                  <a:pt x="852838" y="0"/>
                  <a:pt x="1904870" y="0"/>
                </a:cubicBezTo>
                <a:close/>
              </a:path>
            </a:pathLst>
          </a:custGeom>
          <a:noFill/>
          <a:ln>
            <a:noFill/>
          </a:ln>
        </p:spPr>
      </p:pic>
      <p:pic>
        <p:nvPicPr>
          <p:cNvPr id="93" name="Google Shape;93;p1" descr="株式会社 TriOrbのプレスリリース｜PR TIMES"/>
          <p:cNvPicPr preferRelativeResize="0"/>
          <p:nvPr/>
        </p:nvPicPr>
        <p:blipFill rotWithShape="1">
          <a:blip r:embed="rId5">
            <a:alphaModFix/>
          </a:blip>
          <a:srcRect l="26301" t="35237" r="23137" b="8593"/>
          <a:stretch/>
        </p:blipFill>
        <p:spPr>
          <a:xfrm>
            <a:off x="3550920" y="5407244"/>
            <a:ext cx="1672100" cy="975217"/>
          </a:xfrm>
          <a:prstGeom prst="rect">
            <a:avLst/>
          </a:prstGeom>
          <a:noFill/>
          <a:ln>
            <a:noFill/>
          </a:ln>
        </p:spPr>
      </p:pic>
      <p:grpSp>
        <p:nvGrpSpPr>
          <p:cNvPr id="94" name="Google Shape;94;p1"/>
          <p:cNvGrpSpPr/>
          <p:nvPr/>
        </p:nvGrpSpPr>
        <p:grpSpPr>
          <a:xfrm>
            <a:off x="8113013" y="5470088"/>
            <a:ext cx="3711975" cy="954107"/>
            <a:chOff x="8163033" y="5683275"/>
            <a:chExt cx="3711975" cy="954107"/>
          </a:xfrm>
        </p:grpSpPr>
        <p:sp>
          <p:nvSpPr>
            <p:cNvPr id="95" name="Google Shape;95;p1"/>
            <p:cNvSpPr txBox="1"/>
            <p:nvPr/>
          </p:nvSpPr>
          <p:spPr>
            <a:xfrm>
              <a:off x="8962156" y="5683275"/>
              <a:ext cx="2912852" cy="95410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ja-JP" sz="2800" b="1" i="0" u="none" strike="noStrike" cap="none">
                  <a:solidFill>
                    <a:schemeClr val="dk1"/>
                  </a:solidFill>
                  <a:latin typeface="Arial"/>
                  <a:ea typeface="Arial"/>
                  <a:cs typeface="Arial"/>
                  <a:sym typeface="Arial"/>
                </a:rPr>
                <a:t>Fumiya Ohnishi</a:t>
              </a:r>
              <a:endParaRPr/>
            </a:p>
            <a:p>
              <a:pPr marL="0" marR="0" lvl="0" indent="0" algn="ctr" rtl="0">
                <a:spcBef>
                  <a:spcPts val="0"/>
                </a:spcBef>
                <a:spcAft>
                  <a:spcPts val="0"/>
                </a:spcAft>
                <a:buNone/>
              </a:pPr>
              <a:r>
                <a:rPr lang="ja-JP" sz="2800" b="0" i="0" u="none" strike="noStrike" cap="none">
                  <a:solidFill>
                    <a:schemeClr val="dk1"/>
                  </a:solidFill>
                  <a:latin typeface="Arial"/>
                  <a:ea typeface="Arial"/>
                  <a:cs typeface="Arial"/>
                  <a:sym typeface="Arial"/>
                </a:rPr>
                <a:t>Keio University</a:t>
              </a:r>
              <a:endParaRPr sz="2800" b="0" i="0" u="none" strike="noStrike" cap="none">
                <a:solidFill>
                  <a:schemeClr val="dk1"/>
                </a:solidFill>
                <a:latin typeface="Arial"/>
                <a:ea typeface="Arial"/>
                <a:cs typeface="Arial"/>
                <a:sym typeface="Arial"/>
              </a:endParaRPr>
            </a:p>
          </p:txBody>
        </p:sp>
        <p:pic>
          <p:nvPicPr>
            <p:cNvPr id="96" name="Google Shape;96;p1"/>
            <p:cNvPicPr preferRelativeResize="0"/>
            <p:nvPr/>
          </p:nvPicPr>
          <p:blipFill rotWithShape="1">
            <a:blip r:embed="rId6">
              <a:alphaModFix/>
            </a:blip>
            <a:srcRect r="73751" b="15297"/>
            <a:stretch/>
          </p:blipFill>
          <p:spPr>
            <a:xfrm>
              <a:off x="8163033" y="5777926"/>
              <a:ext cx="826086" cy="764805"/>
            </a:xfrm>
            <a:prstGeom prst="rect">
              <a:avLst/>
            </a:prstGeom>
            <a:noFill/>
            <a:ln>
              <a:noFill/>
            </a:ln>
          </p:spPr>
        </p:pic>
      </p:grpSp>
      <p:sp>
        <p:nvSpPr>
          <p:cNvPr id="97" name="Google Shape;97;p1"/>
          <p:cNvSpPr txBox="1"/>
          <p:nvPr/>
        </p:nvSpPr>
        <p:spPr>
          <a:xfrm>
            <a:off x="119917" y="116840"/>
            <a:ext cx="7358105"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sz="2800" b="0" i="0" u="none" strike="noStrike" cap="none" dirty="0">
                <a:solidFill>
                  <a:schemeClr val="dk1"/>
                </a:solidFill>
                <a:latin typeface="Arial"/>
                <a:ea typeface="Arial"/>
                <a:cs typeface="Arial"/>
                <a:sym typeface="Arial"/>
              </a:rPr>
              <a:t>ROSCon Global 2026, New Features in ROS</a:t>
            </a:r>
            <a:endParaRPr sz="2800" dirty="0">
              <a:solidFill>
                <a:schemeClr val="dk1"/>
              </a:solidFill>
              <a:latin typeface="Arial"/>
              <a:ea typeface="Arial"/>
              <a:cs typeface="Arial"/>
              <a:sym typeface="Arial"/>
            </a:endParaRPr>
          </a:p>
        </p:txBody>
      </p:sp>
      <p:pic>
        <p:nvPicPr>
          <p:cNvPr id="4" name="図 3" descr="Call for Proposals: Global ROSCon 2026 in Toronto - ROS General - Open  Robotics Discourse">
            <a:extLst>
              <a:ext uri="{FF2B5EF4-FFF2-40B4-BE49-F238E27FC236}">
                <a16:creationId xmlns:a16="http://schemas.microsoft.com/office/drawing/2014/main" id="{2F5ACD22-D43D-E0EF-A4A5-50CB2D0AB667}"/>
              </a:ext>
            </a:extLst>
          </p:cNvPr>
          <p:cNvPicPr>
            <a:picLocks noChangeAspect="1"/>
          </p:cNvPicPr>
          <p:nvPr/>
        </p:nvPicPr>
        <p:blipFill>
          <a:blip r:embed="rId7"/>
          <a:stretch>
            <a:fillRect/>
          </a:stretch>
        </p:blipFill>
        <p:spPr>
          <a:xfrm>
            <a:off x="304110" y="2834607"/>
            <a:ext cx="2975755" cy="370118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2"/>
          <p:cNvSpPr txBox="1">
            <a:spLocks noGrp="1"/>
          </p:cNvSpPr>
          <p:nvPr>
            <p:ph type="title"/>
          </p:nvPr>
        </p:nvSpPr>
        <p:spPr>
          <a:xfrm>
            <a:off x="431372" y="10491"/>
            <a:ext cx="11760627" cy="706595"/>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200"/>
              <a:buFont typeface="Arial"/>
              <a:buNone/>
            </a:pPr>
            <a:r>
              <a:rPr lang="ja-JP"/>
              <a:t>Overview</a:t>
            </a:r>
            <a:endParaRPr/>
          </a:p>
        </p:txBody>
      </p:sp>
      <p:sp>
        <p:nvSpPr>
          <p:cNvPr id="103" name="Google Shape;103;p2"/>
          <p:cNvSpPr txBox="1">
            <a:spLocks noGrp="1"/>
          </p:cNvSpPr>
          <p:nvPr>
            <p:ph type="sldNum" idx="12"/>
          </p:nvPr>
        </p:nvSpPr>
        <p:spPr>
          <a:xfrm>
            <a:off x="9348335" y="6535795"/>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ltLang="ja-JP" smtClean="0"/>
              <a:t>2</a:t>
            </a:fld>
            <a:r>
              <a:rPr lang="en-US" altLang="ja-JP" dirty="0"/>
              <a:t>/20</a:t>
            </a:r>
            <a:endParaRPr dirty="0"/>
          </a:p>
        </p:txBody>
      </p:sp>
      <p:sp>
        <p:nvSpPr>
          <p:cNvPr id="104" name="Google Shape;104;p2"/>
          <p:cNvSpPr/>
          <p:nvPr/>
        </p:nvSpPr>
        <p:spPr>
          <a:xfrm>
            <a:off x="4565116" y="739895"/>
            <a:ext cx="2576700" cy="377421"/>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8000" tIns="0" rIns="18000" bIns="0" anchor="ctr" anchorCtr="0">
            <a:noAutofit/>
          </a:bodyPr>
          <a:lstStyle/>
          <a:p>
            <a:pPr marL="0" marR="0" lvl="0" indent="0" algn="ctr" rtl="0">
              <a:spcBef>
                <a:spcPts val="0"/>
              </a:spcBef>
              <a:spcAft>
                <a:spcPts val="0"/>
              </a:spcAft>
              <a:buNone/>
            </a:pPr>
            <a:r>
              <a:rPr lang="ja-JP" sz="2400">
                <a:solidFill>
                  <a:schemeClr val="dk1"/>
                </a:solidFill>
                <a:latin typeface="Arial"/>
                <a:ea typeface="Arial"/>
                <a:cs typeface="Arial"/>
                <a:sym typeface="Arial"/>
              </a:rPr>
              <a:t>ROS 2 app(cpp)</a:t>
            </a:r>
            <a:endParaRPr sz="2400">
              <a:solidFill>
                <a:schemeClr val="dk1"/>
              </a:solidFill>
              <a:latin typeface="Arial"/>
              <a:ea typeface="Arial"/>
              <a:cs typeface="Arial"/>
              <a:sym typeface="Arial"/>
            </a:endParaRPr>
          </a:p>
        </p:txBody>
      </p:sp>
      <p:sp>
        <p:nvSpPr>
          <p:cNvPr id="105" name="Google Shape;105;p2"/>
          <p:cNvSpPr/>
          <p:nvPr/>
        </p:nvSpPr>
        <p:spPr>
          <a:xfrm>
            <a:off x="4565116" y="1399962"/>
            <a:ext cx="2576700" cy="377421"/>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8000" tIns="0" rIns="18000" bIns="0" anchor="ctr" anchorCtr="0">
            <a:noAutofit/>
          </a:bodyPr>
          <a:lstStyle/>
          <a:p>
            <a:pPr marL="0" marR="0" lvl="0" indent="0" algn="ctr" rtl="0">
              <a:spcBef>
                <a:spcPts val="0"/>
              </a:spcBef>
              <a:spcAft>
                <a:spcPts val="0"/>
              </a:spcAft>
              <a:buNone/>
            </a:pPr>
            <a:r>
              <a:rPr lang="ja-JP" sz="2400">
                <a:solidFill>
                  <a:schemeClr val="dk1"/>
                </a:solidFill>
                <a:latin typeface="Arial"/>
                <a:ea typeface="Arial"/>
                <a:cs typeface="Arial"/>
                <a:sym typeface="Arial"/>
              </a:rPr>
              <a:t>rclcpp</a:t>
            </a:r>
            <a:endParaRPr sz="2400">
              <a:solidFill>
                <a:schemeClr val="dk1"/>
              </a:solidFill>
              <a:latin typeface="Arial"/>
              <a:ea typeface="Arial"/>
              <a:cs typeface="Arial"/>
              <a:sym typeface="Arial"/>
            </a:endParaRPr>
          </a:p>
        </p:txBody>
      </p:sp>
      <p:sp>
        <p:nvSpPr>
          <p:cNvPr id="106" name="Google Shape;106;p2"/>
          <p:cNvSpPr/>
          <p:nvPr/>
        </p:nvSpPr>
        <p:spPr>
          <a:xfrm>
            <a:off x="7462042" y="1399962"/>
            <a:ext cx="2993738" cy="377421"/>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8000" tIns="0" rIns="18000" bIns="0" anchor="ctr" anchorCtr="0">
            <a:noAutofit/>
          </a:bodyPr>
          <a:lstStyle/>
          <a:p>
            <a:pPr marL="0" marR="0" lvl="0" indent="0" algn="ctr" rtl="0">
              <a:spcBef>
                <a:spcPts val="0"/>
              </a:spcBef>
              <a:spcAft>
                <a:spcPts val="0"/>
              </a:spcAft>
              <a:buNone/>
            </a:pPr>
            <a:r>
              <a:rPr lang="ja-JP" sz="2400">
                <a:solidFill>
                  <a:schemeClr val="dk1"/>
                </a:solidFill>
                <a:latin typeface="Arial"/>
                <a:ea typeface="Arial"/>
                <a:cs typeface="Arial"/>
                <a:sym typeface="Arial"/>
              </a:rPr>
              <a:t>rclpy</a:t>
            </a:r>
            <a:endParaRPr sz="2400">
              <a:solidFill>
                <a:schemeClr val="dk1"/>
              </a:solidFill>
              <a:latin typeface="Arial"/>
              <a:ea typeface="Arial"/>
              <a:cs typeface="Arial"/>
              <a:sym typeface="Arial"/>
            </a:endParaRPr>
          </a:p>
        </p:txBody>
      </p:sp>
      <p:sp>
        <p:nvSpPr>
          <p:cNvPr id="107" name="Google Shape;107;p2"/>
          <p:cNvSpPr/>
          <p:nvPr/>
        </p:nvSpPr>
        <p:spPr>
          <a:xfrm>
            <a:off x="4565116" y="2065708"/>
            <a:ext cx="5890664" cy="377421"/>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8000" tIns="0" rIns="18000" bIns="0" anchor="ctr" anchorCtr="0">
            <a:noAutofit/>
          </a:bodyPr>
          <a:lstStyle/>
          <a:p>
            <a:pPr marL="0" marR="0" lvl="0" indent="0" algn="ctr" rtl="0">
              <a:spcBef>
                <a:spcPts val="0"/>
              </a:spcBef>
              <a:spcAft>
                <a:spcPts val="0"/>
              </a:spcAft>
              <a:buNone/>
            </a:pPr>
            <a:r>
              <a:rPr lang="ja-JP" sz="2400">
                <a:solidFill>
                  <a:schemeClr val="dk1"/>
                </a:solidFill>
                <a:latin typeface="Arial"/>
                <a:ea typeface="Arial"/>
                <a:cs typeface="Arial"/>
                <a:sym typeface="Arial"/>
              </a:rPr>
              <a:t>rcutils (log level hash map)</a:t>
            </a:r>
            <a:endParaRPr sz="2400">
              <a:solidFill>
                <a:schemeClr val="dk1"/>
              </a:solidFill>
              <a:latin typeface="Arial"/>
              <a:ea typeface="Arial"/>
              <a:cs typeface="Arial"/>
              <a:sym typeface="Arial"/>
            </a:endParaRPr>
          </a:p>
        </p:txBody>
      </p:sp>
      <p:sp>
        <p:nvSpPr>
          <p:cNvPr id="108" name="Google Shape;108;p2"/>
          <p:cNvSpPr/>
          <p:nvPr/>
        </p:nvSpPr>
        <p:spPr>
          <a:xfrm>
            <a:off x="7462042" y="739894"/>
            <a:ext cx="2993738" cy="377421"/>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8000" tIns="0" rIns="18000" bIns="0" anchor="ctr" anchorCtr="0">
            <a:noAutofit/>
          </a:bodyPr>
          <a:lstStyle/>
          <a:p>
            <a:pPr marL="0" marR="0" lvl="0" indent="0" algn="ctr" rtl="0">
              <a:spcBef>
                <a:spcPts val="0"/>
              </a:spcBef>
              <a:spcAft>
                <a:spcPts val="0"/>
              </a:spcAft>
              <a:buNone/>
            </a:pPr>
            <a:r>
              <a:rPr lang="ja-JP" sz="2400">
                <a:solidFill>
                  <a:schemeClr val="dk1"/>
                </a:solidFill>
                <a:latin typeface="Arial"/>
                <a:ea typeface="Arial"/>
                <a:cs typeface="Arial"/>
                <a:sym typeface="Arial"/>
              </a:rPr>
              <a:t>ROS 2 app(python)</a:t>
            </a:r>
            <a:endParaRPr sz="2400">
              <a:solidFill>
                <a:schemeClr val="dk1"/>
              </a:solidFill>
              <a:latin typeface="Arial"/>
              <a:ea typeface="Arial"/>
              <a:cs typeface="Arial"/>
              <a:sym typeface="Arial"/>
            </a:endParaRPr>
          </a:p>
        </p:txBody>
      </p:sp>
      <p:sp>
        <p:nvSpPr>
          <p:cNvPr id="109" name="Google Shape;109;p2"/>
          <p:cNvSpPr/>
          <p:nvPr/>
        </p:nvSpPr>
        <p:spPr>
          <a:xfrm>
            <a:off x="4565116" y="2725775"/>
            <a:ext cx="5890664" cy="1988074"/>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8000" tIns="0" rIns="18000" bIns="0" anchor="t" anchorCtr="0">
            <a:noAutofit/>
          </a:bodyPr>
          <a:lstStyle/>
          <a:p>
            <a:pPr marL="0" marR="0" lvl="0" indent="0" algn="ctr" rtl="0">
              <a:spcBef>
                <a:spcPts val="0"/>
              </a:spcBef>
              <a:spcAft>
                <a:spcPts val="0"/>
              </a:spcAft>
              <a:buNone/>
            </a:pPr>
            <a:r>
              <a:rPr lang="ja-JP" sz="2400">
                <a:solidFill>
                  <a:schemeClr val="dk1"/>
                </a:solidFill>
                <a:latin typeface="Arial"/>
                <a:ea typeface="Arial"/>
                <a:cs typeface="Arial"/>
                <a:sym typeface="Arial"/>
              </a:rPr>
              <a:t>rcl</a:t>
            </a:r>
            <a:endParaRPr sz="2400">
              <a:solidFill>
                <a:schemeClr val="dk1"/>
              </a:solidFill>
              <a:latin typeface="Arial"/>
              <a:ea typeface="Arial"/>
              <a:cs typeface="Arial"/>
              <a:sym typeface="Arial"/>
            </a:endParaRPr>
          </a:p>
          <a:p>
            <a:pPr marL="0" marR="0" lvl="0" indent="0" algn="ctr" rtl="0">
              <a:spcBef>
                <a:spcPts val="0"/>
              </a:spcBef>
              <a:spcAft>
                <a:spcPts val="0"/>
              </a:spcAft>
              <a:buNone/>
            </a:pPr>
            <a:endParaRPr sz="2400">
              <a:solidFill>
                <a:schemeClr val="dk1"/>
              </a:solidFill>
              <a:latin typeface="Arial"/>
              <a:ea typeface="Arial"/>
              <a:cs typeface="Arial"/>
              <a:sym typeface="Arial"/>
            </a:endParaRPr>
          </a:p>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110" name="Google Shape;110;p2"/>
          <p:cNvSpPr/>
          <p:nvPr/>
        </p:nvSpPr>
        <p:spPr>
          <a:xfrm>
            <a:off x="6166246" y="3227388"/>
            <a:ext cx="3365791" cy="43072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8000" tIns="0" rIns="18000" bIns="0" anchor="ctr" anchorCtr="0">
            <a:noAutofit/>
          </a:bodyPr>
          <a:lstStyle/>
          <a:p>
            <a:pPr marL="0" marR="0" lvl="0" indent="0" algn="ctr" rtl="0">
              <a:spcBef>
                <a:spcPts val="0"/>
              </a:spcBef>
              <a:spcAft>
                <a:spcPts val="0"/>
              </a:spcAft>
              <a:buNone/>
            </a:pPr>
            <a:r>
              <a:rPr lang="ja-JP" sz="2400">
                <a:solidFill>
                  <a:schemeClr val="dk1"/>
                </a:solidFill>
                <a:latin typeface="Arial"/>
                <a:ea typeface="Arial"/>
                <a:cs typeface="Arial"/>
                <a:sym typeface="Arial"/>
              </a:rPr>
              <a:t>rcl_logging_interface</a:t>
            </a:r>
            <a:endParaRPr sz="2400">
              <a:solidFill>
                <a:schemeClr val="dk1"/>
              </a:solidFill>
              <a:latin typeface="Arial"/>
              <a:ea typeface="Arial"/>
              <a:cs typeface="Arial"/>
              <a:sym typeface="Arial"/>
            </a:endParaRPr>
          </a:p>
        </p:txBody>
      </p:sp>
      <p:sp>
        <p:nvSpPr>
          <p:cNvPr id="111" name="Google Shape;111;p2"/>
          <p:cNvSpPr/>
          <p:nvPr/>
        </p:nvSpPr>
        <p:spPr>
          <a:xfrm>
            <a:off x="6154316" y="3778359"/>
            <a:ext cx="3377725" cy="833780"/>
          </a:xfrm>
          <a:prstGeom prst="rect">
            <a:avLst/>
          </a:prstGeom>
          <a:solidFill>
            <a:schemeClr val="lt1"/>
          </a:solidFill>
          <a:ln w="25400" cap="flat" cmpd="sng">
            <a:solidFill>
              <a:srgbClr val="FF0000"/>
            </a:solidFill>
            <a:prstDash val="solid"/>
            <a:round/>
            <a:headEnd type="none" w="sm" len="sm"/>
            <a:tailEnd type="none" w="sm" len="sm"/>
          </a:ln>
        </p:spPr>
        <p:txBody>
          <a:bodyPr spcFirstLastPara="1" wrap="square" lIns="18000" tIns="0" rIns="18000" bIns="0" anchor="ctr" anchorCtr="0">
            <a:noAutofit/>
          </a:bodyPr>
          <a:lstStyle/>
          <a:p>
            <a:pPr marL="0" marR="0" lvl="0" indent="0" algn="ctr" rtl="0">
              <a:spcBef>
                <a:spcPts val="0"/>
              </a:spcBef>
              <a:spcAft>
                <a:spcPts val="0"/>
              </a:spcAft>
              <a:buNone/>
            </a:pPr>
            <a:r>
              <a:rPr lang="ja-JP" sz="2400" b="1">
                <a:solidFill>
                  <a:schemeClr val="dk1"/>
                </a:solidFill>
                <a:latin typeface="Arial"/>
                <a:ea typeface="Arial"/>
                <a:cs typeface="Arial"/>
                <a:sym typeface="Arial"/>
              </a:rPr>
              <a:t>rcl_logging_</a:t>
            </a:r>
            <a:br>
              <a:rPr lang="ja-JP" sz="2400" b="1">
                <a:solidFill>
                  <a:schemeClr val="dk1"/>
                </a:solidFill>
                <a:latin typeface="Arial"/>
                <a:ea typeface="Arial"/>
                <a:cs typeface="Arial"/>
                <a:sym typeface="Arial"/>
              </a:rPr>
            </a:br>
            <a:r>
              <a:rPr lang="ja-JP" sz="2400" b="1">
                <a:solidFill>
                  <a:schemeClr val="dk1"/>
                </a:solidFill>
                <a:latin typeface="Arial"/>
                <a:ea typeface="Arial"/>
                <a:cs typeface="Arial"/>
                <a:sym typeface="Arial"/>
              </a:rPr>
              <a:t>implementation</a:t>
            </a:r>
            <a:endParaRPr sz="2400" b="1">
              <a:solidFill>
                <a:schemeClr val="dk1"/>
              </a:solidFill>
              <a:latin typeface="Arial"/>
              <a:ea typeface="Arial"/>
              <a:cs typeface="Arial"/>
              <a:sym typeface="Arial"/>
            </a:endParaRPr>
          </a:p>
        </p:txBody>
      </p:sp>
      <p:sp>
        <p:nvSpPr>
          <p:cNvPr id="112" name="Google Shape;112;p2"/>
          <p:cNvSpPr/>
          <p:nvPr/>
        </p:nvSpPr>
        <p:spPr>
          <a:xfrm>
            <a:off x="4788531" y="3227388"/>
            <a:ext cx="1154303" cy="43072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8000" tIns="0" rIns="18000" bIns="0" anchor="ctr" anchorCtr="0">
            <a:noAutofit/>
          </a:bodyPr>
          <a:lstStyle/>
          <a:p>
            <a:pPr marL="0" marR="0" lvl="0" indent="0" algn="ctr" rtl="0">
              <a:spcBef>
                <a:spcPts val="0"/>
              </a:spcBef>
              <a:spcAft>
                <a:spcPts val="0"/>
              </a:spcAft>
              <a:buNone/>
            </a:pPr>
            <a:r>
              <a:rPr lang="ja-JP" sz="2400">
                <a:solidFill>
                  <a:schemeClr val="dk1"/>
                </a:solidFill>
                <a:latin typeface="Arial"/>
                <a:ea typeface="Arial"/>
                <a:cs typeface="Arial"/>
                <a:sym typeface="Arial"/>
              </a:rPr>
              <a:t>rosout</a:t>
            </a:r>
            <a:endParaRPr sz="2400">
              <a:solidFill>
                <a:schemeClr val="dk1"/>
              </a:solidFill>
              <a:latin typeface="Arial"/>
              <a:ea typeface="Arial"/>
              <a:cs typeface="Arial"/>
              <a:sym typeface="Arial"/>
            </a:endParaRPr>
          </a:p>
        </p:txBody>
      </p:sp>
      <p:sp>
        <p:nvSpPr>
          <p:cNvPr id="113" name="Google Shape;113;p2"/>
          <p:cNvSpPr/>
          <p:nvPr/>
        </p:nvSpPr>
        <p:spPr>
          <a:xfrm>
            <a:off x="9152070" y="5013295"/>
            <a:ext cx="1064936" cy="6632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8000" tIns="0" rIns="18000" bIns="0" anchor="ctr" anchorCtr="0">
            <a:noAutofit/>
          </a:bodyPr>
          <a:lstStyle/>
          <a:p>
            <a:pPr marL="0" marR="0" lvl="0" indent="0" algn="ctr" rtl="0">
              <a:spcBef>
                <a:spcPts val="0"/>
              </a:spcBef>
              <a:spcAft>
                <a:spcPts val="0"/>
              </a:spcAft>
              <a:buNone/>
            </a:pPr>
            <a:r>
              <a:rPr lang="ja-JP" sz="2400">
                <a:solidFill>
                  <a:schemeClr val="dk1"/>
                </a:solidFill>
                <a:latin typeface="Arial"/>
                <a:ea typeface="Arial"/>
                <a:cs typeface="Arial"/>
                <a:sym typeface="Arial"/>
              </a:rPr>
              <a:t>stdout</a:t>
            </a:r>
            <a:endParaRPr sz="2400">
              <a:solidFill>
                <a:schemeClr val="dk1"/>
              </a:solidFill>
              <a:latin typeface="Arial"/>
              <a:ea typeface="Arial"/>
              <a:cs typeface="Arial"/>
              <a:sym typeface="Arial"/>
            </a:endParaRPr>
          </a:p>
        </p:txBody>
      </p:sp>
      <p:sp>
        <p:nvSpPr>
          <p:cNvPr id="114" name="Google Shape;114;p2"/>
          <p:cNvSpPr/>
          <p:nvPr/>
        </p:nvSpPr>
        <p:spPr>
          <a:xfrm>
            <a:off x="6166246" y="5013295"/>
            <a:ext cx="1103347" cy="663200"/>
          </a:xfrm>
          <a:prstGeom prst="rect">
            <a:avLst/>
          </a:prstGeom>
          <a:solidFill>
            <a:schemeClr val="lt1"/>
          </a:solidFill>
          <a:ln w="28575" cap="flat" cmpd="sng">
            <a:solidFill>
              <a:schemeClr val="accent1"/>
            </a:solidFill>
            <a:prstDash val="solid"/>
            <a:round/>
            <a:headEnd type="none" w="sm" len="sm"/>
            <a:tailEnd type="none" w="sm" len="sm"/>
          </a:ln>
        </p:spPr>
        <p:txBody>
          <a:bodyPr spcFirstLastPara="1" wrap="square" lIns="18000" tIns="0" rIns="18000" bIns="0" anchor="ctr" anchorCtr="0">
            <a:noAutofit/>
          </a:bodyPr>
          <a:lstStyle/>
          <a:p>
            <a:pPr marL="0" marR="0" lvl="0" indent="0" algn="ctr" rtl="0">
              <a:spcBef>
                <a:spcPts val="0"/>
              </a:spcBef>
              <a:spcAft>
                <a:spcPts val="0"/>
              </a:spcAft>
              <a:buNone/>
            </a:pPr>
            <a:r>
              <a:rPr lang="ja-JP" sz="2400">
                <a:solidFill>
                  <a:schemeClr val="dk1"/>
                </a:solidFill>
                <a:latin typeface="Arial"/>
                <a:ea typeface="Arial"/>
                <a:cs typeface="Arial"/>
                <a:sym typeface="Arial"/>
              </a:rPr>
              <a:t>spdlog</a:t>
            </a:r>
            <a:endParaRPr sz="2400">
              <a:solidFill>
                <a:schemeClr val="dk1"/>
              </a:solidFill>
              <a:latin typeface="Arial"/>
              <a:ea typeface="Arial"/>
              <a:cs typeface="Arial"/>
              <a:sym typeface="Arial"/>
            </a:endParaRPr>
          </a:p>
        </p:txBody>
      </p:sp>
      <p:sp>
        <p:nvSpPr>
          <p:cNvPr id="115" name="Google Shape;115;p2"/>
          <p:cNvSpPr/>
          <p:nvPr/>
        </p:nvSpPr>
        <p:spPr>
          <a:xfrm>
            <a:off x="4773635" y="5013295"/>
            <a:ext cx="1184090" cy="6632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8000" tIns="0" rIns="18000" bIns="0" anchor="ctr" anchorCtr="0">
            <a:noAutofit/>
          </a:bodyPr>
          <a:lstStyle/>
          <a:p>
            <a:pPr marL="0" marR="0" lvl="0" indent="0" algn="ctr" rtl="0">
              <a:spcBef>
                <a:spcPts val="0"/>
              </a:spcBef>
              <a:spcAft>
                <a:spcPts val="0"/>
              </a:spcAft>
              <a:buNone/>
            </a:pPr>
            <a:r>
              <a:rPr lang="ja-JP" sz="2400">
                <a:solidFill>
                  <a:schemeClr val="dk1"/>
                </a:solidFill>
                <a:latin typeface="Arial"/>
                <a:ea typeface="Arial"/>
                <a:cs typeface="Arial"/>
                <a:sym typeface="Arial"/>
              </a:rPr>
              <a:t>rmw</a:t>
            </a:r>
            <a:endParaRPr sz="2400">
              <a:solidFill>
                <a:schemeClr val="dk1"/>
              </a:solidFill>
              <a:latin typeface="Arial"/>
              <a:ea typeface="Arial"/>
              <a:cs typeface="Arial"/>
              <a:sym typeface="Arial"/>
            </a:endParaRPr>
          </a:p>
        </p:txBody>
      </p:sp>
      <p:cxnSp>
        <p:nvCxnSpPr>
          <p:cNvPr id="116" name="Google Shape;116;p2"/>
          <p:cNvCxnSpPr>
            <a:stCxn id="104" idx="2"/>
            <a:endCxn id="105" idx="0"/>
          </p:cNvCxnSpPr>
          <p:nvPr/>
        </p:nvCxnSpPr>
        <p:spPr>
          <a:xfrm>
            <a:off x="5853466" y="1117316"/>
            <a:ext cx="0" cy="282600"/>
          </a:xfrm>
          <a:prstGeom prst="straightConnector1">
            <a:avLst/>
          </a:prstGeom>
          <a:noFill/>
          <a:ln w="9525" cap="flat" cmpd="sng">
            <a:solidFill>
              <a:srgbClr val="4A7DBA"/>
            </a:solidFill>
            <a:prstDash val="solid"/>
            <a:round/>
            <a:headEnd type="none" w="sm" len="sm"/>
            <a:tailEnd type="triangle" w="med" len="med"/>
          </a:ln>
        </p:spPr>
      </p:cxnSp>
      <p:cxnSp>
        <p:nvCxnSpPr>
          <p:cNvPr id="117" name="Google Shape;117;p2"/>
          <p:cNvCxnSpPr>
            <a:stCxn id="105" idx="2"/>
          </p:cNvCxnSpPr>
          <p:nvPr/>
        </p:nvCxnSpPr>
        <p:spPr>
          <a:xfrm>
            <a:off x="5853466" y="1777383"/>
            <a:ext cx="0" cy="282600"/>
          </a:xfrm>
          <a:prstGeom prst="straightConnector1">
            <a:avLst/>
          </a:prstGeom>
          <a:noFill/>
          <a:ln w="9525" cap="flat" cmpd="sng">
            <a:solidFill>
              <a:srgbClr val="4A7DBA"/>
            </a:solidFill>
            <a:prstDash val="solid"/>
            <a:round/>
            <a:headEnd type="none" w="sm" len="sm"/>
            <a:tailEnd type="triangle" w="med" len="med"/>
          </a:ln>
        </p:spPr>
      </p:cxnSp>
      <p:cxnSp>
        <p:nvCxnSpPr>
          <p:cNvPr id="118" name="Google Shape;118;p2"/>
          <p:cNvCxnSpPr>
            <a:endCxn id="112" idx="0"/>
          </p:cNvCxnSpPr>
          <p:nvPr/>
        </p:nvCxnSpPr>
        <p:spPr>
          <a:xfrm>
            <a:off x="5365683" y="2443188"/>
            <a:ext cx="0" cy="784200"/>
          </a:xfrm>
          <a:prstGeom prst="straightConnector1">
            <a:avLst/>
          </a:prstGeom>
          <a:noFill/>
          <a:ln w="9525" cap="flat" cmpd="sng">
            <a:solidFill>
              <a:srgbClr val="4A7DBA"/>
            </a:solidFill>
            <a:prstDash val="solid"/>
            <a:round/>
            <a:headEnd type="none" w="sm" len="sm"/>
            <a:tailEnd type="triangle" w="med" len="med"/>
          </a:ln>
        </p:spPr>
      </p:cxnSp>
      <p:cxnSp>
        <p:nvCxnSpPr>
          <p:cNvPr id="119" name="Google Shape;119;p2"/>
          <p:cNvCxnSpPr/>
          <p:nvPr/>
        </p:nvCxnSpPr>
        <p:spPr>
          <a:xfrm>
            <a:off x="7730137" y="2443129"/>
            <a:ext cx="0" cy="766977"/>
          </a:xfrm>
          <a:prstGeom prst="straightConnector1">
            <a:avLst/>
          </a:prstGeom>
          <a:noFill/>
          <a:ln w="9525" cap="flat" cmpd="sng">
            <a:solidFill>
              <a:srgbClr val="4A7DBA"/>
            </a:solidFill>
            <a:prstDash val="solid"/>
            <a:round/>
            <a:headEnd type="none" w="sm" len="sm"/>
            <a:tailEnd type="triangle" w="med" len="med"/>
          </a:ln>
        </p:spPr>
      </p:cxnSp>
      <p:cxnSp>
        <p:nvCxnSpPr>
          <p:cNvPr id="120" name="Google Shape;120;p2"/>
          <p:cNvCxnSpPr>
            <a:endCxn id="113" idx="0"/>
          </p:cNvCxnSpPr>
          <p:nvPr/>
        </p:nvCxnSpPr>
        <p:spPr>
          <a:xfrm>
            <a:off x="9684538" y="2448895"/>
            <a:ext cx="0" cy="2564400"/>
          </a:xfrm>
          <a:prstGeom prst="straightConnector1">
            <a:avLst/>
          </a:prstGeom>
          <a:noFill/>
          <a:ln w="9525" cap="flat" cmpd="sng">
            <a:solidFill>
              <a:srgbClr val="4A7DBA"/>
            </a:solidFill>
            <a:prstDash val="solid"/>
            <a:round/>
            <a:headEnd type="none" w="sm" len="sm"/>
            <a:tailEnd type="triangle" w="med" len="med"/>
          </a:ln>
        </p:spPr>
      </p:cxnSp>
      <p:cxnSp>
        <p:nvCxnSpPr>
          <p:cNvPr id="121" name="Google Shape;121;p2"/>
          <p:cNvCxnSpPr>
            <a:stCxn id="108" idx="2"/>
            <a:endCxn id="106" idx="0"/>
          </p:cNvCxnSpPr>
          <p:nvPr/>
        </p:nvCxnSpPr>
        <p:spPr>
          <a:xfrm>
            <a:off x="8958911" y="1117315"/>
            <a:ext cx="0" cy="282600"/>
          </a:xfrm>
          <a:prstGeom prst="straightConnector1">
            <a:avLst/>
          </a:prstGeom>
          <a:noFill/>
          <a:ln w="9525" cap="flat" cmpd="sng">
            <a:solidFill>
              <a:srgbClr val="4A7DBA"/>
            </a:solidFill>
            <a:prstDash val="solid"/>
            <a:round/>
            <a:headEnd type="none" w="sm" len="sm"/>
            <a:tailEnd type="triangle" w="med" len="med"/>
          </a:ln>
        </p:spPr>
      </p:cxnSp>
      <p:cxnSp>
        <p:nvCxnSpPr>
          <p:cNvPr id="122" name="Google Shape;122;p2"/>
          <p:cNvCxnSpPr>
            <a:stCxn id="106" idx="2"/>
          </p:cNvCxnSpPr>
          <p:nvPr/>
        </p:nvCxnSpPr>
        <p:spPr>
          <a:xfrm>
            <a:off x="8958911" y="1777383"/>
            <a:ext cx="0" cy="282600"/>
          </a:xfrm>
          <a:prstGeom prst="straightConnector1">
            <a:avLst/>
          </a:prstGeom>
          <a:noFill/>
          <a:ln w="9525" cap="flat" cmpd="sng">
            <a:solidFill>
              <a:srgbClr val="4A7DBA"/>
            </a:solidFill>
            <a:prstDash val="solid"/>
            <a:round/>
            <a:headEnd type="none" w="sm" len="sm"/>
            <a:tailEnd type="triangle" w="med" len="med"/>
          </a:ln>
        </p:spPr>
      </p:cxnSp>
      <p:cxnSp>
        <p:nvCxnSpPr>
          <p:cNvPr id="123" name="Google Shape;123;p2"/>
          <p:cNvCxnSpPr>
            <a:stCxn id="111" idx="2"/>
            <a:endCxn id="114" idx="0"/>
          </p:cNvCxnSpPr>
          <p:nvPr/>
        </p:nvCxnSpPr>
        <p:spPr>
          <a:xfrm flipH="1">
            <a:off x="6717879" y="4612139"/>
            <a:ext cx="1125300" cy="401100"/>
          </a:xfrm>
          <a:prstGeom prst="straightConnector1">
            <a:avLst/>
          </a:prstGeom>
          <a:noFill/>
          <a:ln w="9525" cap="flat" cmpd="sng">
            <a:solidFill>
              <a:srgbClr val="4A7DBA"/>
            </a:solidFill>
            <a:prstDash val="solid"/>
            <a:round/>
            <a:headEnd type="none" w="sm" len="sm"/>
            <a:tailEnd type="triangle" w="med" len="med"/>
          </a:ln>
        </p:spPr>
      </p:cxnSp>
      <p:cxnSp>
        <p:nvCxnSpPr>
          <p:cNvPr id="124" name="Google Shape;124;p2"/>
          <p:cNvCxnSpPr>
            <a:stCxn id="112" idx="2"/>
            <a:endCxn id="115" idx="0"/>
          </p:cNvCxnSpPr>
          <p:nvPr/>
        </p:nvCxnSpPr>
        <p:spPr>
          <a:xfrm>
            <a:off x="5365683" y="3658108"/>
            <a:ext cx="0" cy="1355100"/>
          </a:xfrm>
          <a:prstGeom prst="straightConnector1">
            <a:avLst/>
          </a:prstGeom>
          <a:noFill/>
          <a:ln w="9525" cap="flat" cmpd="sng">
            <a:solidFill>
              <a:srgbClr val="4A7DBA"/>
            </a:solidFill>
            <a:prstDash val="solid"/>
            <a:round/>
            <a:headEnd type="none" w="sm" len="sm"/>
            <a:tailEnd type="triangle" w="med" len="med"/>
          </a:ln>
        </p:spPr>
      </p:cxnSp>
      <p:sp>
        <p:nvSpPr>
          <p:cNvPr id="125" name="Google Shape;125;p2"/>
          <p:cNvSpPr/>
          <p:nvPr/>
        </p:nvSpPr>
        <p:spPr>
          <a:xfrm>
            <a:off x="7389043" y="5013293"/>
            <a:ext cx="1142749" cy="663200"/>
          </a:xfrm>
          <a:prstGeom prst="rect">
            <a:avLst/>
          </a:prstGeom>
          <a:solidFill>
            <a:schemeClr val="lt1"/>
          </a:solidFill>
          <a:ln w="28575" cap="flat" cmpd="sng">
            <a:solidFill>
              <a:schemeClr val="accent1"/>
            </a:solidFill>
            <a:prstDash val="solid"/>
            <a:round/>
            <a:headEnd type="none" w="sm" len="sm"/>
            <a:tailEnd type="none" w="sm" len="sm"/>
          </a:ln>
        </p:spPr>
        <p:txBody>
          <a:bodyPr spcFirstLastPara="1" wrap="square" lIns="18000" tIns="0" rIns="18000" bIns="0" anchor="ctr" anchorCtr="0">
            <a:noAutofit/>
          </a:bodyPr>
          <a:lstStyle/>
          <a:p>
            <a:pPr marL="0" marR="0" lvl="0" indent="0" algn="ctr" rtl="0">
              <a:spcBef>
                <a:spcPts val="0"/>
              </a:spcBef>
              <a:spcAft>
                <a:spcPts val="0"/>
              </a:spcAft>
              <a:buNone/>
            </a:pPr>
            <a:r>
              <a:rPr lang="ja-JP" sz="2400">
                <a:solidFill>
                  <a:schemeClr val="dk1"/>
                </a:solidFill>
                <a:latin typeface="Arial"/>
                <a:ea typeface="Arial"/>
                <a:cs typeface="Arial"/>
                <a:sym typeface="Arial"/>
              </a:rPr>
              <a:t>rsyslog</a:t>
            </a:r>
            <a:endParaRPr sz="2400">
              <a:solidFill>
                <a:schemeClr val="dk1"/>
              </a:solidFill>
              <a:latin typeface="Arial"/>
              <a:ea typeface="Arial"/>
              <a:cs typeface="Arial"/>
              <a:sym typeface="Arial"/>
            </a:endParaRPr>
          </a:p>
        </p:txBody>
      </p:sp>
      <p:cxnSp>
        <p:nvCxnSpPr>
          <p:cNvPr id="126" name="Google Shape;126;p2"/>
          <p:cNvCxnSpPr>
            <a:stCxn id="111" idx="2"/>
            <a:endCxn id="125" idx="0"/>
          </p:cNvCxnSpPr>
          <p:nvPr/>
        </p:nvCxnSpPr>
        <p:spPr>
          <a:xfrm>
            <a:off x="7843179" y="4612139"/>
            <a:ext cx="117300" cy="401100"/>
          </a:xfrm>
          <a:prstGeom prst="straightConnector1">
            <a:avLst/>
          </a:prstGeom>
          <a:noFill/>
          <a:ln w="9525" cap="flat" cmpd="sng">
            <a:solidFill>
              <a:srgbClr val="4A7DBA"/>
            </a:solidFill>
            <a:prstDash val="solid"/>
            <a:round/>
            <a:headEnd type="none" w="sm" len="sm"/>
            <a:tailEnd type="triangle" w="med" len="med"/>
          </a:ln>
        </p:spPr>
      </p:cxnSp>
      <p:sp>
        <p:nvSpPr>
          <p:cNvPr id="127" name="Google Shape;127;p2"/>
          <p:cNvSpPr txBox="1"/>
          <p:nvPr/>
        </p:nvSpPr>
        <p:spPr>
          <a:xfrm>
            <a:off x="8593053" y="5092920"/>
            <a:ext cx="469463" cy="503847"/>
          </a:xfrm>
          <a:prstGeom prst="rect">
            <a:avLst/>
          </a:prstGeom>
          <a:noFill/>
          <a:ln>
            <a:noFill/>
          </a:ln>
        </p:spPr>
        <p:txBody>
          <a:bodyPr spcFirstLastPara="1" wrap="square" lIns="18000" tIns="0" rIns="18000" bIns="0" anchor="t" anchorCtr="0">
            <a:spAutoFit/>
          </a:bodyPr>
          <a:lstStyle/>
          <a:p>
            <a:pPr marL="0" marR="0" lvl="0" indent="0" algn="l" rtl="0">
              <a:spcBef>
                <a:spcPts val="0"/>
              </a:spcBef>
              <a:spcAft>
                <a:spcPts val="0"/>
              </a:spcAft>
              <a:buNone/>
            </a:pPr>
            <a:r>
              <a:rPr lang="ja-JP" sz="2400">
                <a:solidFill>
                  <a:schemeClr val="dk1"/>
                </a:solidFill>
                <a:latin typeface="Arial"/>
                <a:ea typeface="Arial"/>
                <a:cs typeface="Arial"/>
                <a:sym typeface="Arial"/>
              </a:rPr>
              <a:t>…</a:t>
            </a:r>
            <a:endParaRPr sz="2400">
              <a:solidFill>
                <a:schemeClr val="dk1"/>
              </a:solidFill>
              <a:latin typeface="Arial"/>
              <a:ea typeface="Arial"/>
              <a:cs typeface="Arial"/>
              <a:sym typeface="Arial"/>
            </a:endParaRPr>
          </a:p>
        </p:txBody>
      </p:sp>
      <p:sp>
        <p:nvSpPr>
          <p:cNvPr id="128" name="Google Shape;128;p2"/>
          <p:cNvSpPr/>
          <p:nvPr/>
        </p:nvSpPr>
        <p:spPr>
          <a:xfrm>
            <a:off x="2609156" y="2725542"/>
            <a:ext cx="1732548" cy="1054095"/>
          </a:xfrm>
          <a:prstGeom prst="rect">
            <a:avLst/>
          </a:prstGeom>
          <a:solidFill>
            <a:srgbClr val="FFFFFF"/>
          </a:solidFill>
          <a:ln w="28575" cap="flat" cmpd="sng">
            <a:solidFill>
              <a:srgbClr val="00B050"/>
            </a:solidFill>
            <a:prstDash val="solid"/>
            <a:round/>
            <a:headEnd type="none" w="sm" len="sm"/>
            <a:tailEnd type="none" w="sm" len="sm"/>
          </a:ln>
        </p:spPr>
        <p:txBody>
          <a:bodyPr spcFirstLastPara="1" wrap="square" lIns="18000" tIns="0" rIns="18000" bIns="0" anchor="ctr" anchorCtr="0">
            <a:noAutofit/>
          </a:bodyPr>
          <a:lstStyle/>
          <a:p>
            <a:pPr marL="0" marR="0" lvl="0" indent="0" algn="ctr" rtl="0">
              <a:spcBef>
                <a:spcPts val="0"/>
              </a:spcBef>
              <a:spcAft>
                <a:spcPts val="0"/>
              </a:spcAft>
              <a:buNone/>
            </a:pPr>
            <a:r>
              <a:rPr lang="ja-JP" sz="2400" b="1">
                <a:solidFill>
                  <a:schemeClr val="dk1"/>
                </a:solidFill>
                <a:latin typeface="Arial"/>
                <a:ea typeface="Arial"/>
                <a:cs typeface="Arial"/>
                <a:sym typeface="Arial"/>
              </a:rPr>
              <a:t>ros2log new CLI</a:t>
            </a:r>
            <a:endParaRPr/>
          </a:p>
        </p:txBody>
      </p:sp>
      <p:sp>
        <p:nvSpPr>
          <p:cNvPr id="129" name="Google Shape;129;p2"/>
          <p:cNvSpPr txBox="1"/>
          <p:nvPr/>
        </p:nvSpPr>
        <p:spPr>
          <a:xfrm>
            <a:off x="4341704" y="5788093"/>
            <a:ext cx="6840646" cy="805066"/>
          </a:xfrm>
          <a:prstGeom prst="rect">
            <a:avLst/>
          </a:prstGeom>
          <a:noFill/>
          <a:ln>
            <a:noFill/>
          </a:ln>
        </p:spPr>
        <p:txBody>
          <a:bodyPr spcFirstLastPara="1" wrap="square" lIns="0" tIns="0" rIns="0" bIns="0" anchor="ctr" anchorCtr="0">
            <a:noAutofit/>
          </a:bodyPr>
          <a:lstStyle/>
          <a:p>
            <a:pPr marL="742950" marR="0" lvl="1" indent="-285750" algn="l" rtl="0">
              <a:spcBef>
                <a:spcPts val="0"/>
              </a:spcBef>
              <a:spcAft>
                <a:spcPts val="0"/>
              </a:spcAft>
              <a:buClr>
                <a:srgbClr val="FF0000"/>
              </a:buClr>
              <a:buSzPts val="2200"/>
              <a:buFont typeface="Arial"/>
              <a:buChar char="•"/>
            </a:pPr>
            <a:r>
              <a:rPr lang="ja-JP" sz="2200" b="0" i="0" u="none" strike="noStrike" cap="none">
                <a:solidFill>
                  <a:srgbClr val="FF0000"/>
                </a:solidFill>
                <a:latin typeface="Arial"/>
                <a:ea typeface="Arial"/>
                <a:cs typeface="Arial"/>
                <a:sym typeface="Arial"/>
              </a:rPr>
              <a:t>Runtime dynamic loading of logging backends</a:t>
            </a:r>
            <a:br>
              <a:rPr lang="ja-JP" sz="2200" b="0" i="0" u="none" strike="noStrike" cap="none">
                <a:solidFill>
                  <a:srgbClr val="FF0000"/>
                </a:solidFill>
                <a:latin typeface="Arial"/>
                <a:ea typeface="Arial"/>
                <a:cs typeface="Arial"/>
                <a:sym typeface="Arial"/>
              </a:rPr>
            </a:br>
            <a:r>
              <a:rPr lang="ja-JP" sz="2200" b="1" i="0" u="none" strike="noStrike" cap="none">
                <a:solidFill>
                  <a:srgbClr val="FF0000"/>
                </a:solidFill>
                <a:latin typeface="Arial"/>
                <a:ea typeface="Arial"/>
                <a:cs typeface="Arial"/>
                <a:sym typeface="Arial"/>
              </a:rPr>
              <a:t>without rebuilding RCL or application code</a:t>
            </a:r>
            <a:endParaRPr/>
          </a:p>
        </p:txBody>
      </p:sp>
      <p:cxnSp>
        <p:nvCxnSpPr>
          <p:cNvPr id="130" name="Google Shape;130;p2"/>
          <p:cNvCxnSpPr>
            <a:stCxn id="115" idx="1"/>
            <a:endCxn id="128" idx="2"/>
          </p:cNvCxnSpPr>
          <p:nvPr/>
        </p:nvCxnSpPr>
        <p:spPr>
          <a:xfrm rot="10800000">
            <a:off x="3475535" y="3779495"/>
            <a:ext cx="1298100" cy="1565400"/>
          </a:xfrm>
          <a:prstGeom prst="bentConnector2">
            <a:avLst/>
          </a:prstGeom>
          <a:noFill/>
          <a:ln w="9525" cap="flat" cmpd="sng">
            <a:solidFill>
              <a:srgbClr val="00B050"/>
            </a:solidFill>
            <a:prstDash val="solid"/>
            <a:round/>
            <a:headEnd type="none" w="sm" len="sm"/>
            <a:tailEnd type="triangle" w="med" len="med"/>
          </a:ln>
        </p:spPr>
      </p:cxnSp>
      <p:cxnSp>
        <p:nvCxnSpPr>
          <p:cNvPr id="131" name="Google Shape;131;p2"/>
          <p:cNvCxnSpPr>
            <a:stCxn id="128" idx="0"/>
            <a:endCxn id="107" idx="1"/>
          </p:cNvCxnSpPr>
          <p:nvPr/>
        </p:nvCxnSpPr>
        <p:spPr>
          <a:xfrm rot="-5400000">
            <a:off x="3784730" y="1945242"/>
            <a:ext cx="471000" cy="1089600"/>
          </a:xfrm>
          <a:prstGeom prst="bentConnector2">
            <a:avLst/>
          </a:prstGeom>
          <a:noFill/>
          <a:ln w="9525" cap="flat" cmpd="sng">
            <a:solidFill>
              <a:srgbClr val="00B050"/>
            </a:solidFill>
            <a:prstDash val="solid"/>
            <a:round/>
            <a:headEnd type="none" w="sm" len="sm"/>
            <a:tailEnd type="triangle" w="med" len="med"/>
          </a:ln>
        </p:spPr>
      </p:cxnSp>
      <p:sp>
        <p:nvSpPr>
          <p:cNvPr id="132" name="Google Shape;132;p2"/>
          <p:cNvSpPr txBox="1"/>
          <p:nvPr/>
        </p:nvSpPr>
        <p:spPr>
          <a:xfrm>
            <a:off x="865767" y="3309264"/>
            <a:ext cx="1885647" cy="470373"/>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ja-JP" sz="2400" b="1">
                <a:solidFill>
                  <a:srgbClr val="00B050"/>
                </a:solidFill>
                <a:latin typeface="Arial"/>
                <a:ea typeface="Arial"/>
                <a:cs typeface="Arial"/>
                <a:sym typeface="Arial"/>
              </a:rPr>
              <a:t>frontend</a:t>
            </a:r>
            <a:endParaRPr/>
          </a:p>
        </p:txBody>
      </p:sp>
      <p:sp>
        <p:nvSpPr>
          <p:cNvPr id="133" name="Google Shape;133;p2"/>
          <p:cNvSpPr txBox="1"/>
          <p:nvPr/>
        </p:nvSpPr>
        <p:spPr>
          <a:xfrm>
            <a:off x="9576985" y="4136680"/>
            <a:ext cx="1430468" cy="546861"/>
          </a:xfrm>
          <a:prstGeom prst="rect">
            <a:avLst/>
          </a:prstGeom>
          <a:solidFill>
            <a:schemeClr val="lt1">
              <a:alpha val="70196"/>
            </a:schemeClr>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ja-JP" sz="2400" b="1">
                <a:solidFill>
                  <a:srgbClr val="FF0000"/>
                </a:solidFill>
                <a:latin typeface="Arial"/>
                <a:ea typeface="Arial"/>
                <a:cs typeface="Arial"/>
                <a:sym typeface="Arial"/>
              </a:rPr>
              <a:t>backend</a:t>
            </a:r>
            <a:endParaRPr/>
          </a:p>
        </p:txBody>
      </p:sp>
      <p:sp>
        <p:nvSpPr>
          <p:cNvPr id="134" name="Google Shape;134;p2"/>
          <p:cNvSpPr txBox="1"/>
          <p:nvPr/>
        </p:nvSpPr>
        <p:spPr>
          <a:xfrm>
            <a:off x="408794" y="3955970"/>
            <a:ext cx="3676228" cy="1312338"/>
          </a:xfrm>
          <a:prstGeom prst="rect">
            <a:avLst/>
          </a:prstGeom>
          <a:solidFill>
            <a:schemeClr val="lt1">
              <a:alpha val="70196"/>
            </a:schemeClr>
          </a:solidFill>
          <a:ln>
            <a:noFill/>
          </a:ln>
        </p:spPr>
        <p:txBody>
          <a:bodyPr spcFirstLastPara="1" wrap="square" lIns="0" tIns="0" rIns="0" bIns="0" anchor="ctr" anchorCtr="0">
            <a:noAutofit/>
          </a:bodyPr>
          <a:lstStyle/>
          <a:p>
            <a:pPr marL="285750" marR="0" lvl="0" indent="-285750" algn="l" rtl="0">
              <a:spcBef>
                <a:spcPts val="0"/>
              </a:spcBef>
              <a:spcAft>
                <a:spcPts val="0"/>
              </a:spcAft>
              <a:buClr>
                <a:srgbClr val="00B050"/>
              </a:buClr>
              <a:buSzPts val="2200"/>
              <a:buFont typeface="Arial"/>
              <a:buChar char="•"/>
            </a:pPr>
            <a:r>
              <a:rPr lang="ja-JP" sz="2200" b="1">
                <a:solidFill>
                  <a:srgbClr val="00B050"/>
                </a:solidFill>
                <a:latin typeface="Arial"/>
                <a:ea typeface="Arial"/>
                <a:cs typeface="Arial"/>
                <a:sym typeface="Arial"/>
              </a:rPr>
              <a:t>Filtered log display</a:t>
            </a:r>
            <a:endParaRPr/>
          </a:p>
          <a:p>
            <a:pPr marL="285750" marR="0" lvl="0" indent="-285750" algn="l" rtl="0">
              <a:spcBef>
                <a:spcPts val="0"/>
              </a:spcBef>
              <a:spcAft>
                <a:spcPts val="0"/>
              </a:spcAft>
              <a:buClr>
                <a:srgbClr val="00B050"/>
              </a:buClr>
              <a:buSzPts val="2200"/>
              <a:buFont typeface="Arial"/>
              <a:buChar char="•"/>
            </a:pPr>
            <a:r>
              <a:rPr lang="ja-JP" sz="2200" b="1">
                <a:solidFill>
                  <a:srgbClr val="00B050"/>
                </a:solidFill>
                <a:latin typeface="Arial"/>
                <a:ea typeface="Arial"/>
                <a:cs typeface="Arial"/>
                <a:sym typeface="Arial"/>
              </a:rPr>
              <a:t>Runtime log level control</a:t>
            </a:r>
            <a:endParaRPr/>
          </a:p>
          <a:p>
            <a:pPr marL="342900" marR="0" lvl="0" indent="-342900" algn="l" rtl="0">
              <a:spcBef>
                <a:spcPts val="0"/>
              </a:spcBef>
              <a:spcAft>
                <a:spcPts val="0"/>
              </a:spcAft>
              <a:buClr>
                <a:srgbClr val="000000"/>
              </a:buClr>
              <a:buSzPts val="2200"/>
              <a:buFont typeface="Noto Sans Symbols"/>
              <a:buChar char="⮚"/>
            </a:pPr>
            <a:r>
              <a:rPr lang="ja-JP" sz="2200">
                <a:solidFill>
                  <a:srgbClr val="000000"/>
                </a:solidFill>
                <a:latin typeface="Arial"/>
                <a:ea typeface="Arial"/>
                <a:cs typeface="Arial"/>
                <a:sym typeface="Arial"/>
              </a:rPr>
              <a:t>Proposed as </a:t>
            </a:r>
            <a:r>
              <a:rPr lang="ja-JP" sz="2200" b="1">
                <a:solidFill>
                  <a:schemeClr val="dk1"/>
                </a:solidFill>
                <a:latin typeface="Arial"/>
                <a:ea typeface="Arial"/>
                <a:cs typeface="Arial"/>
                <a:sym typeface="Arial"/>
              </a:rPr>
              <a:t>REP-0156</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3"/>
          <p:cNvSpPr txBox="1">
            <a:spLocks noGrp="1"/>
          </p:cNvSpPr>
          <p:nvPr>
            <p:ph type="title"/>
          </p:nvPr>
        </p:nvSpPr>
        <p:spPr>
          <a:xfrm>
            <a:off x="431372" y="10491"/>
            <a:ext cx="11760627" cy="706595"/>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200"/>
              <a:buFont typeface="Arial"/>
              <a:buNone/>
            </a:pPr>
            <a:r>
              <a:rPr lang="ja-JP"/>
              <a:t>Overview</a:t>
            </a:r>
            <a:endParaRPr/>
          </a:p>
        </p:txBody>
      </p:sp>
      <p:sp>
        <p:nvSpPr>
          <p:cNvPr id="140" name="Google Shape;140;p3"/>
          <p:cNvSpPr txBox="1">
            <a:spLocks noGrp="1"/>
          </p:cNvSpPr>
          <p:nvPr>
            <p:ph type="sldNum" idx="12"/>
          </p:nvPr>
        </p:nvSpPr>
        <p:spPr>
          <a:xfrm>
            <a:off x="9348335" y="6535795"/>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ltLang="ja-JP" smtClean="0"/>
              <a:t>3</a:t>
            </a:fld>
            <a:r>
              <a:rPr lang="en-US" altLang="ja-JP" dirty="0"/>
              <a:t>/20</a:t>
            </a:r>
            <a:endParaRPr dirty="0"/>
          </a:p>
        </p:txBody>
      </p:sp>
      <p:sp>
        <p:nvSpPr>
          <p:cNvPr id="141" name="Google Shape;141;p3"/>
          <p:cNvSpPr/>
          <p:nvPr/>
        </p:nvSpPr>
        <p:spPr>
          <a:xfrm>
            <a:off x="4565116" y="739895"/>
            <a:ext cx="2576700" cy="377421"/>
          </a:xfrm>
          <a:prstGeom prst="rect">
            <a:avLst/>
          </a:prstGeom>
          <a:solidFill>
            <a:schemeClr val="lt1"/>
          </a:solidFill>
          <a:ln w="25400" cap="flat" cmpd="sng">
            <a:solidFill>
              <a:srgbClr val="BFBFBF"/>
            </a:solidFill>
            <a:prstDash val="solid"/>
            <a:round/>
            <a:headEnd type="none" w="sm" len="sm"/>
            <a:tailEnd type="none" w="sm" len="sm"/>
          </a:ln>
        </p:spPr>
        <p:txBody>
          <a:bodyPr spcFirstLastPara="1" wrap="square" lIns="18000" tIns="0" rIns="18000" bIns="0" anchor="ctr" anchorCtr="0">
            <a:noAutofit/>
          </a:bodyPr>
          <a:lstStyle/>
          <a:p>
            <a:pPr marL="0" marR="0" lvl="0" indent="0" algn="ctr" rtl="0">
              <a:spcBef>
                <a:spcPts val="0"/>
              </a:spcBef>
              <a:spcAft>
                <a:spcPts val="0"/>
              </a:spcAft>
              <a:buNone/>
            </a:pPr>
            <a:r>
              <a:rPr lang="ja-JP" sz="2400">
                <a:solidFill>
                  <a:srgbClr val="BFBFBF"/>
                </a:solidFill>
                <a:latin typeface="Arial"/>
                <a:ea typeface="Arial"/>
                <a:cs typeface="Arial"/>
                <a:sym typeface="Arial"/>
              </a:rPr>
              <a:t>ROS 2 app(cpp)</a:t>
            </a:r>
            <a:endParaRPr sz="2400">
              <a:solidFill>
                <a:srgbClr val="BFBFBF"/>
              </a:solidFill>
              <a:latin typeface="Arial"/>
              <a:ea typeface="Arial"/>
              <a:cs typeface="Arial"/>
              <a:sym typeface="Arial"/>
            </a:endParaRPr>
          </a:p>
        </p:txBody>
      </p:sp>
      <p:sp>
        <p:nvSpPr>
          <p:cNvPr id="142" name="Google Shape;142;p3"/>
          <p:cNvSpPr/>
          <p:nvPr/>
        </p:nvSpPr>
        <p:spPr>
          <a:xfrm>
            <a:off x="4565116" y="1399962"/>
            <a:ext cx="2576700" cy="377421"/>
          </a:xfrm>
          <a:prstGeom prst="rect">
            <a:avLst/>
          </a:prstGeom>
          <a:solidFill>
            <a:schemeClr val="lt1"/>
          </a:solidFill>
          <a:ln w="25400" cap="flat" cmpd="sng">
            <a:solidFill>
              <a:srgbClr val="BFBFBF"/>
            </a:solidFill>
            <a:prstDash val="solid"/>
            <a:round/>
            <a:headEnd type="none" w="sm" len="sm"/>
            <a:tailEnd type="none" w="sm" len="sm"/>
          </a:ln>
        </p:spPr>
        <p:txBody>
          <a:bodyPr spcFirstLastPara="1" wrap="square" lIns="18000" tIns="0" rIns="18000" bIns="0" anchor="ctr" anchorCtr="0">
            <a:noAutofit/>
          </a:bodyPr>
          <a:lstStyle/>
          <a:p>
            <a:pPr marL="0" marR="0" lvl="0" indent="0" algn="ctr" rtl="0">
              <a:spcBef>
                <a:spcPts val="0"/>
              </a:spcBef>
              <a:spcAft>
                <a:spcPts val="0"/>
              </a:spcAft>
              <a:buNone/>
            </a:pPr>
            <a:r>
              <a:rPr lang="ja-JP" sz="2400">
                <a:solidFill>
                  <a:srgbClr val="BFBFBF"/>
                </a:solidFill>
                <a:latin typeface="Arial"/>
                <a:ea typeface="Arial"/>
                <a:cs typeface="Arial"/>
                <a:sym typeface="Arial"/>
              </a:rPr>
              <a:t>rclcpp</a:t>
            </a:r>
            <a:endParaRPr sz="2400">
              <a:solidFill>
                <a:srgbClr val="BFBFBF"/>
              </a:solidFill>
              <a:latin typeface="Arial"/>
              <a:ea typeface="Arial"/>
              <a:cs typeface="Arial"/>
              <a:sym typeface="Arial"/>
            </a:endParaRPr>
          </a:p>
        </p:txBody>
      </p:sp>
      <p:sp>
        <p:nvSpPr>
          <p:cNvPr id="143" name="Google Shape;143;p3"/>
          <p:cNvSpPr/>
          <p:nvPr/>
        </p:nvSpPr>
        <p:spPr>
          <a:xfrm>
            <a:off x="7462042" y="1399962"/>
            <a:ext cx="2993738" cy="377421"/>
          </a:xfrm>
          <a:prstGeom prst="rect">
            <a:avLst/>
          </a:prstGeom>
          <a:solidFill>
            <a:schemeClr val="lt1"/>
          </a:solidFill>
          <a:ln w="25400" cap="flat" cmpd="sng">
            <a:solidFill>
              <a:srgbClr val="BFBFBF"/>
            </a:solidFill>
            <a:prstDash val="solid"/>
            <a:round/>
            <a:headEnd type="none" w="sm" len="sm"/>
            <a:tailEnd type="none" w="sm" len="sm"/>
          </a:ln>
        </p:spPr>
        <p:txBody>
          <a:bodyPr spcFirstLastPara="1" wrap="square" lIns="18000" tIns="0" rIns="18000" bIns="0" anchor="ctr" anchorCtr="0">
            <a:noAutofit/>
          </a:bodyPr>
          <a:lstStyle/>
          <a:p>
            <a:pPr marL="0" marR="0" lvl="0" indent="0" algn="ctr" rtl="0">
              <a:spcBef>
                <a:spcPts val="0"/>
              </a:spcBef>
              <a:spcAft>
                <a:spcPts val="0"/>
              </a:spcAft>
              <a:buNone/>
            </a:pPr>
            <a:r>
              <a:rPr lang="ja-JP" sz="2400">
                <a:solidFill>
                  <a:srgbClr val="BFBFBF"/>
                </a:solidFill>
                <a:latin typeface="Arial"/>
                <a:ea typeface="Arial"/>
                <a:cs typeface="Arial"/>
                <a:sym typeface="Arial"/>
              </a:rPr>
              <a:t>rclpy</a:t>
            </a:r>
            <a:endParaRPr sz="2400">
              <a:solidFill>
                <a:srgbClr val="BFBFBF"/>
              </a:solidFill>
              <a:latin typeface="Arial"/>
              <a:ea typeface="Arial"/>
              <a:cs typeface="Arial"/>
              <a:sym typeface="Arial"/>
            </a:endParaRPr>
          </a:p>
        </p:txBody>
      </p:sp>
      <p:sp>
        <p:nvSpPr>
          <p:cNvPr id="144" name="Google Shape;144;p3"/>
          <p:cNvSpPr/>
          <p:nvPr/>
        </p:nvSpPr>
        <p:spPr>
          <a:xfrm>
            <a:off x="4565116" y="2065708"/>
            <a:ext cx="5890664" cy="377421"/>
          </a:xfrm>
          <a:prstGeom prst="rect">
            <a:avLst/>
          </a:prstGeom>
          <a:solidFill>
            <a:schemeClr val="lt1"/>
          </a:solidFill>
          <a:ln w="25400" cap="flat" cmpd="sng">
            <a:solidFill>
              <a:srgbClr val="BFBFBF"/>
            </a:solidFill>
            <a:prstDash val="solid"/>
            <a:round/>
            <a:headEnd type="none" w="sm" len="sm"/>
            <a:tailEnd type="none" w="sm" len="sm"/>
          </a:ln>
        </p:spPr>
        <p:txBody>
          <a:bodyPr spcFirstLastPara="1" wrap="square" lIns="18000" tIns="0" rIns="18000" bIns="0" anchor="ctr" anchorCtr="0">
            <a:noAutofit/>
          </a:bodyPr>
          <a:lstStyle/>
          <a:p>
            <a:pPr marL="0" marR="0" lvl="0" indent="0" algn="ctr" rtl="0">
              <a:spcBef>
                <a:spcPts val="0"/>
              </a:spcBef>
              <a:spcAft>
                <a:spcPts val="0"/>
              </a:spcAft>
              <a:buNone/>
            </a:pPr>
            <a:r>
              <a:rPr lang="ja-JP" sz="2400">
                <a:solidFill>
                  <a:srgbClr val="BFBFBF"/>
                </a:solidFill>
                <a:latin typeface="Arial"/>
                <a:ea typeface="Arial"/>
                <a:cs typeface="Arial"/>
                <a:sym typeface="Arial"/>
              </a:rPr>
              <a:t>rcutils (log level hash map)</a:t>
            </a:r>
            <a:endParaRPr sz="2400">
              <a:solidFill>
                <a:srgbClr val="BFBFBF"/>
              </a:solidFill>
              <a:latin typeface="Arial"/>
              <a:ea typeface="Arial"/>
              <a:cs typeface="Arial"/>
              <a:sym typeface="Arial"/>
            </a:endParaRPr>
          </a:p>
        </p:txBody>
      </p:sp>
      <p:sp>
        <p:nvSpPr>
          <p:cNvPr id="145" name="Google Shape;145;p3"/>
          <p:cNvSpPr/>
          <p:nvPr/>
        </p:nvSpPr>
        <p:spPr>
          <a:xfrm>
            <a:off x="7462042" y="739894"/>
            <a:ext cx="2993738" cy="377421"/>
          </a:xfrm>
          <a:prstGeom prst="rect">
            <a:avLst/>
          </a:prstGeom>
          <a:solidFill>
            <a:schemeClr val="lt1"/>
          </a:solidFill>
          <a:ln w="25400" cap="flat" cmpd="sng">
            <a:solidFill>
              <a:srgbClr val="BFBFBF"/>
            </a:solidFill>
            <a:prstDash val="solid"/>
            <a:round/>
            <a:headEnd type="none" w="sm" len="sm"/>
            <a:tailEnd type="none" w="sm" len="sm"/>
          </a:ln>
        </p:spPr>
        <p:txBody>
          <a:bodyPr spcFirstLastPara="1" wrap="square" lIns="18000" tIns="0" rIns="18000" bIns="0" anchor="ctr" anchorCtr="0">
            <a:noAutofit/>
          </a:bodyPr>
          <a:lstStyle/>
          <a:p>
            <a:pPr marL="0" marR="0" lvl="0" indent="0" algn="ctr" rtl="0">
              <a:spcBef>
                <a:spcPts val="0"/>
              </a:spcBef>
              <a:spcAft>
                <a:spcPts val="0"/>
              </a:spcAft>
              <a:buNone/>
            </a:pPr>
            <a:r>
              <a:rPr lang="ja-JP" sz="2400">
                <a:solidFill>
                  <a:srgbClr val="BFBFBF"/>
                </a:solidFill>
                <a:latin typeface="Arial"/>
                <a:ea typeface="Arial"/>
                <a:cs typeface="Arial"/>
                <a:sym typeface="Arial"/>
              </a:rPr>
              <a:t>ROS 2 app(python)</a:t>
            </a:r>
            <a:endParaRPr sz="2400">
              <a:solidFill>
                <a:srgbClr val="BFBFBF"/>
              </a:solidFill>
              <a:latin typeface="Arial"/>
              <a:ea typeface="Arial"/>
              <a:cs typeface="Arial"/>
              <a:sym typeface="Arial"/>
            </a:endParaRPr>
          </a:p>
        </p:txBody>
      </p:sp>
      <p:sp>
        <p:nvSpPr>
          <p:cNvPr id="146" name="Google Shape;146;p3"/>
          <p:cNvSpPr/>
          <p:nvPr/>
        </p:nvSpPr>
        <p:spPr>
          <a:xfrm>
            <a:off x="4565116" y="2725775"/>
            <a:ext cx="5890664" cy="1988074"/>
          </a:xfrm>
          <a:prstGeom prst="rect">
            <a:avLst/>
          </a:prstGeom>
          <a:solidFill>
            <a:schemeClr val="lt1"/>
          </a:solidFill>
          <a:ln w="25400" cap="flat" cmpd="sng">
            <a:solidFill>
              <a:srgbClr val="BFBFBF"/>
            </a:solidFill>
            <a:prstDash val="solid"/>
            <a:round/>
            <a:headEnd type="none" w="sm" len="sm"/>
            <a:tailEnd type="none" w="sm" len="sm"/>
          </a:ln>
        </p:spPr>
        <p:txBody>
          <a:bodyPr spcFirstLastPara="1" wrap="square" lIns="18000" tIns="0" rIns="18000" bIns="0" anchor="t" anchorCtr="0">
            <a:noAutofit/>
          </a:bodyPr>
          <a:lstStyle/>
          <a:p>
            <a:pPr marL="0" marR="0" lvl="0" indent="0" algn="ctr" rtl="0">
              <a:spcBef>
                <a:spcPts val="0"/>
              </a:spcBef>
              <a:spcAft>
                <a:spcPts val="0"/>
              </a:spcAft>
              <a:buNone/>
            </a:pPr>
            <a:r>
              <a:rPr lang="ja-JP" sz="2400">
                <a:solidFill>
                  <a:srgbClr val="BFBFBF"/>
                </a:solidFill>
                <a:latin typeface="Arial"/>
                <a:ea typeface="Arial"/>
                <a:cs typeface="Arial"/>
                <a:sym typeface="Arial"/>
              </a:rPr>
              <a:t>rcl</a:t>
            </a:r>
            <a:endParaRPr sz="2400">
              <a:solidFill>
                <a:srgbClr val="BFBFBF"/>
              </a:solidFill>
              <a:latin typeface="Arial"/>
              <a:ea typeface="Arial"/>
              <a:cs typeface="Arial"/>
              <a:sym typeface="Arial"/>
            </a:endParaRPr>
          </a:p>
          <a:p>
            <a:pPr marL="0" marR="0" lvl="0" indent="0" algn="ctr" rtl="0">
              <a:spcBef>
                <a:spcPts val="0"/>
              </a:spcBef>
              <a:spcAft>
                <a:spcPts val="0"/>
              </a:spcAft>
              <a:buNone/>
            </a:pPr>
            <a:endParaRPr sz="2400">
              <a:solidFill>
                <a:srgbClr val="BFBFBF"/>
              </a:solidFill>
              <a:latin typeface="Arial"/>
              <a:ea typeface="Arial"/>
              <a:cs typeface="Arial"/>
              <a:sym typeface="Arial"/>
            </a:endParaRPr>
          </a:p>
          <a:p>
            <a:pPr marL="0" marR="0" lvl="0" indent="0" algn="ctr" rtl="0">
              <a:spcBef>
                <a:spcPts val="0"/>
              </a:spcBef>
              <a:spcAft>
                <a:spcPts val="0"/>
              </a:spcAft>
              <a:buNone/>
            </a:pPr>
            <a:endParaRPr sz="2400">
              <a:solidFill>
                <a:srgbClr val="BFBFBF"/>
              </a:solidFill>
              <a:latin typeface="Arial"/>
              <a:ea typeface="Arial"/>
              <a:cs typeface="Arial"/>
              <a:sym typeface="Arial"/>
            </a:endParaRPr>
          </a:p>
        </p:txBody>
      </p:sp>
      <p:sp>
        <p:nvSpPr>
          <p:cNvPr id="147" name="Google Shape;147;p3"/>
          <p:cNvSpPr/>
          <p:nvPr/>
        </p:nvSpPr>
        <p:spPr>
          <a:xfrm>
            <a:off x="6166246" y="3227388"/>
            <a:ext cx="3365791" cy="430720"/>
          </a:xfrm>
          <a:prstGeom prst="rect">
            <a:avLst/>
          </a:prstGeom>
          <a:solidFill>
            <a:schemeClr val="lt1"/>
          </a:solidFill>
          <a:ln w="25400" cap="flat" cmpd="sng">
            <a:solidFill>
              <a:srgbClr val="BFBFBF"/>
            </a:solidFill>
            <a:prstDash val="solid"/>
            <a:round/>
            <a:headEnd type="none" w="sm" len="sm"/>
            <a:tailEnd type="none" w="sm" len="sm"/>
          </a:ln>
        </p:spPr>
        <p:txBody>
          <a:bodyPr spcFirstLastPara="1" wrap="square" lIns="18000" tIns="0" rIns="18000" bIns="0" anchor="ctr" anchorCtr="0">
            <a:noAutofit/>
          </a:bodyPr>
          <a:lstStyle/>
          <a:p>
            <a:pPr marL="0" marR="0" lvl="0" indent="0" algn="ctr" rtl="0">
              <a:spcBef>
                <a:spcPts val="0"/>
              </a:spcBef>
              <a:spcAft>
                <a:spcPts val="0"/>
              </a:spcAft>
              <a:buNone/>
            </a:pPr>
            <a:r>
              <a:rPr lang="ja-JP" sz="2400">
                <a:solidFill>
                  <a:srgbClr val="BFBFBF"/>
                </a:solidFill>
                <a:latin typeface="Arial"/>
                <a:ea typeface="Arial"/>
                <a:cs typeface="Arial"/>
                <a:sym typeface="Arial"/>
              </a:rPr>
              <a:t>rcl_logging_interface</a:t>
            </a:r>
            <a:endParaRPr sz="2400">
              <a:solidFill>
                <a:srgbClr val="BFBFBF"/>
              </a:solidFill>
              <a:latin typeface="Arial"/>
              <a:ea typeface="Arial"/>
              <a:cs typeface="Arial"/>
              <a:sym typeface="Arial"/>
            </a:endParaRPr>
          </a:p>
        </p:txBody>
      </p:sp>
      <p:sp>
        <p:nvSpPr>
          <p:cNvPr id="148" name="Google Shape;148;p3"/>
          <p:cNvSpPr/>
          <p:nvPr/>
        </p:nvSpPr>
        <p:spPr>
          <a:xfrm>
            <a:off x="6154316" y="3778359"/>
            <a:ext cx="3377725" cy="833780"/>
          </a:xfrm>
          <a:prstGeom prst="rect">
            <a:avLst/>
          </a:prstGeom>
          <a:solidFill>
            <a:schemeClr val="lt1"/>
          </a:solidFill>
          <a:ln w="25400" cap="flat" cmpd="sng">
            <a:solidFill>
              <a:srgbClr val="BFBFBF"/>
            </a:solidFill>
            <a:prstDash val="solid"/>
            <a:round/>
            <a:headEnd type="none" w="sm" len="sm"/>
            <a:tailEnd type="none" w="sm" len="sm"/>
          </a:ln>
        </p:spPr>
        <p:txBody>
          <a:bodyPr spcFirstLastPara="1" wrap="square" lIns="18000" tIns="0" rIns="18000" bIns="0" anchor="ctr" anchorCtr="0">
            <a:noAutofit/>
          </a:bodyPr>
          <a:lstStyle/>
          <a:p>
            <a:pPr marL="0" marR="0" lvl="0" indent="0" algn="ctr" rtl="0">
              <a:spcBef>
                <a:spcPts val="0"/>
              </a:spcBef>
              <a:spcAft>
                <a:spcPts val="0"/>
              </a:spcAft>
              <a:buNone/>
            </a:pPr>
            <a:r>
              <a:rPr lang="ja-JP" sz="2400" b="1">
                <a:solidFill>
                  <a:srgbClr val="BFBFBF"/>
                </a:solidFill>
                <a:latin typeface="Arial"/>
                <a:ea typeface="Arial"/>
                <a:cs typeface="Arial"/>
                <a:sym typeface="Arial"/>
              </a:rPr>
              <a:t>rcl_logging_</a:t>
            </a:r>
            <a:br>
              <a:rPr lang="ja-JP" sz="2400" b="1">
                <a:solidFill>
                  <a:srgbClr val="BFBFBF"/>
                </a:solidFill>
                <a:latin typeface="Arial"/>
                <a:ea typeface="Arial"/>
                <a:cs typeface="Arial"/>
                <a:sym typeface="Arial"/>
              </a:rPr>
            </a:br>
            <a:r>
              <a:rPr lang="ja-JP" sz="2400" b="1">
                <a:solidFill>
                  <a:srgbClr val="BFBFBF"/>
                </a:solidFill>
                <a:latin typeface="Arial"/>
                <a:ea typeface="Arial"/>
                <a:cs typeface="Arial"/>
                <a:sym typeface="Arial"/>
              </a:rPr>
              <a:t>implementation</a:t>
            </a:r>
            <a:endParaRPr sz="2400" b="1">
              <a:solidFill>
                <a:srgbClr val="BFBFBF"/>
              </a:solidFill>
              <a:latin typeface="Arial"/>
              <a:ea typeface="Arial"/>
              <a:cs typeface="Arial"/>
              <a:sym typeface="Arial"/>
            </a:endParaRPr>
          </a:p>
        </p:txBody>
      </p:sp>
      <p:sp>
        <p:nvSpPr>
          <p:cNvPr id="149" name="Google Shape;149;p3"/>
          <p:cNvSpPr/>
          <p:nvPr/>
        </p:nvSpPr>
        <p:spPr>
          <a:xfrm>
            <a:off x="4788531" y="3227388"/>
            <a:ext cx="1154303" cy="430720"/>
          </a:xfrm>
          <a:prstGeom prst="rect">
            <a:avLst/>
          </a:prstGeom>
          <a:solidFill>
            <a:schemeClr val="lt1"/>
          </a:solidFill>
          <a:ln w="25400" cap="flat" cmpd="sng">
            <a:solidFill>
              <a:srgbClr val="BFBFBF"/>
            </a:solidFill>
            <a:prstDash val="solid"/>
            <a:round/>
            <a:headEnd type="none" w="sm" len="sm"/>
            <a:tailEnd type="none" w="sm" len="sm"/>
          </a:ln>
        </p:spPr>
        <p:txBody>
          <a:bodyPr spcFirstLastPara="1" wrap="square" lIns="18000" tIns="0" rIns="18000" bIns="0" anchor="ctr" anchorCtr="0">
            <a:noAutofit/>
          </a:bodyPr>
          <a:lstStyle/>
          <a:p>
            <a:pPr marL="0" marR="0" lvl="0" indent="0" algn="ctr" rtl="0">
              <a:spcBef>
                <a:spcPts val="0"/>
              </a:spcBef>
              <a:spcAft>
                <a:spcPts val="0"/>
              </a:spcAft>
              <a:buNone/>
            </a:pPr>
            <a:r>
              <a:rPr lang="ja-JP" sz="2400">
                <a:solidFill>
                  <a:srgbClr val="BFBFBF"/>
                </a:solidFill>
                <a:latin typeface="Arial"/>
                <a:ea typeface="Arial"/>
                <a:cs typeface="Arial"/>
                <a:sym typeface="Arial"/>
              </a:rPr>
              <a:t>rosout</a:t>
            </a:r>
            <a:endParaRPr sz="2400">
              <a:solidFill>
                <a:srgbClr val="BFBFBF"/>
              </a:solidFill>
              <a:latin typeface="Arial"/>
              <a:ea typeface="Arial"/>
              <a:cs typeface="Arial"/>
              <a:sym typeface="Arial"/>
            </a:endParaRPr>
          </a:p>
        </p:txBody>
      </p:sp>
      <p:sp>
        <p:nvSpPr>
          <p:cNvPr id="150" name="Google Shape;150;p3"/>
          <p:cNvSpPr/>
          <p:nvPr/>
        </p:nvSpPr>
        <p:spPr>
          <a:xfrm>
            <a:off x="9152070" y="5013295"/>
            <a:ext cx="1064936" cy="663200"/>
          </a:xfrm>
          <a:prstGeom prst="rect">
            <a:avLst/>
          </a:prstGeom>
          <a:solidFill>
            <a:schemeClr val="lt1"/>
          </a:solidFill>
          <a:ln w="25400" cap="flat" cmpd="sng">
            <a:solidFill>
              <a:srgbClr val="BFBFBF"/>
            </a:solidFill>
            <a:prstDash val="solid"/>
            <a:round/>
            <a:headEnd type="none" w="sm" len="sm"/>
            <a:tailEnd type="none" w="sm" len="sm"/>
          </a:ln>
        </p:spPr>
        <p:txBody>
          <a:bodyPr spcFirstLastPara="1" wrap="square" lIns="18000" tIns="0" rIns="18000" bIns="0" anchor="ctr" anchorCtr="0">
            <a:noAutofit/>
          </a:bodyPr>
          <a:lstStyle/>
          <a:p>
            <a:pPr marL="0" marR="0" lvl="0" indent="0" algn="ctr" rtl="0">
              <a:spcBef>
                <a:spcPts val="0"/>
              </a:spcBef>
              <a:spcAft>
                <a:spcPts val="0"/>
              </a:spcAft>
              <a:buNone/>
            </a:pPr>
            <a:r>
              <a:rPr lang="ja-JP" sz="2400">
                <a:solidFill>
                  <a:srgbClr val="BFBFBF"/>
                </a:solidFill>
                <a:latin typeface="Arial"/>
                <a:ea typeface="Arial"/>
                <a:cs typeface="Arial"/>
                <a:sym typeface="Arial"/>
              </a:rPr>
              <a:t>stdout</a:t>
            </a:r>
            <a:endParaRPr sz="2400">
              <a:solidFill>
                <a:srgbClr val="BFBFBF"/>
              </a:solidFill>
              <a:latin typeface="Arial"/>
              <a:ea typeface="Arial"/>
              <a:cs typeface="Arial"/>
              <a:sym typeface="Arial"/>
            </a:endParaRPr>
          </a:p>
        </p:txBody>
      </p:sp>
      <p:sp>
        <p:nvSpPr>
          <p:cNvPr id="151" name="Google Shape;151;p3"/>
          <p:cNvSpPr/>
          <p:nvPr/>
        </p:nvSpPr>
        <p:spPr>
          <a:xfrm>
            <a:off x="6166246" y="5013295"/>
            <a:ext cx="1103347" cy="663200"/>
          </a:xfrm>
          <a:prstGeom prst="rect">
            <a:avLst/>
          </a:prstGeom>
          <a:solidFill>
            <a:schemeClr val="lt1"/>
          </a:solidFill>
          <a:ln w="28575" cap="flat" cmpd="sng">
            <a:solidFill>
              <a:srgbClr val="BFBFBF"/>
            </a:solidFill>
            <a:prstDash val="solid"/>
            <a:round/>
            <a:headEnd type="none" w="sm" len="sm"/>
            <a:tailEnd type="none" w="sm" len="sm"/>
          </a:ln>
        </p:spPr>
        <p:txBody>
          <a:bodyPr spcFirstLastPara="1" wrap="square" lIns="18000" tIns="0" rIns="18000" bIns="0" anchor="ctr" anchorCtr="0">
            <a:noAutofit/>
          </a:bodyPr>
          <a:lstStyle/>
          <a:p>
            <a:pPr marL="0" marR="0" lvl="0" indent="0" algn="ctr" rtl="0">
              <a:spcBef>
                <a:spcPts val="0"/>
              </a:spcBef>
              <a:spcAft>
                <a:spcPts val="0"/>
              </a:spcAft>
              <a:buNone/>
            </a:pPr>
            <a:r>
              <a:rPr lang="ja-JP" sz="2400">
                <a:solidFill>
                  <a:srgbClr val="BFBFBF"/>
                </a:solidFill>
                <a:latin typeface="Arial"/>
                <a:ea typeface="Arial"/>
                <a:cs typeface="Arial"/>
                <a:sym typeface="Arial"/>
              </a:rPr>
              <a:t>spdlog</a:t>
            </a:r>
            <a:endParaRPr sz="2400">
              <a:solidFill>
                <a:srgbClr val="BFBFBF"/>
              </a:solidFill>
              <a:latin typeface="Arial"/>
              <a:ea typeface="Arial"/>
              <a:cs typeface="Arial"/>
              <a:sym typeface="Arial"/>
            </a:endParaRPr>
          </a:p>
        </p:txBody>
      </p:sp>
      <p:sp>
        <p:nvSpPr>
          <p:cNvPr id="152" name="Google Shape;152;p3"/>
          <p:cNvSpPr/>
          <p:nvPr/>
        </p:nvSpPr>
        <p:spPr>
          <a:xfrm>
            <a:off x="4773635" y="5013295"/>
            <a:ext cx="1184090" cy="663200"/>
          </a:xfrm>
          <a:prstGeom prst="rect">
            <a:avLst/>
          </a:prstGeom>
          <a:solidFill>
            <a:schemeClr val="lt1"/>
          </a:solidFill>
          <a:ln w="25400" cap="flat" cmpd="sng">
            <a:solidFill>
              <a:srgbClr val="BFBFBF"/>
            </a:solidFill>
            <a:prstDash val="solid"/>
            <a:round/>
            <a:headEnd type="none" w="sm" len="sm"/>
            <a:tailEnd type="none" w="sm" len="sm"/>
          </a:ln>
        </p:spPr>
        <p:txBody>
          <a:bodyPr spcFirstLastPara="1" wrap="square" lIns="18000" tIns="0" rIns="18000" bIns="0" anchor="ctr" anchorCtr="0">
            <a:noAutofit/>
          </a:bodyPr>
          <a:lstStyle/>
          <a:p>
            <a:pPr marL="0" marR="0" lvl="0" indent="0" algn="ctr" rtl="0">
              <a:spcBef>
                <a:spcPts val="0"/>
              </a:spcBef>
              <a:spcAft>
                <a:spcPts val="0"/>
              </a:spcAft>
              <a:buNone/>
            </a:pPr>
            <a:r>
              <a:rPr lang="ja-JP" sz="2400">
                <a:solidFill>
                  <a:srgbClr val="BFBFBF"/>
                </a:solidFill>
                <a:latin typeface="Arial"/>
                <a:ea typeface="Arial"/>
                <a:cs typeface="Arial"/>
                <a:sym typeface="Arial"/>
              </a:rPr>
              <a:t>rmw</a:t>
            </a:r>
            <a:endParaRPr sz="2400">
              <a:solidFill>
                <a:srgbClr val="BFBFBF"/>
              </a:solidFill>
              <a:latin typeface="Arial"/>
              <a:ea typeface="Arial"/>
              <a:cs typeface="Arial"/>
              <a:sym typeface="Arial"/>
            </a:endParaRPr>
          </a:p>
        </p:txBody>
      </p:sp>
      <p:cxnSp>
        <p:nvCxnSpPr>
          <p:cNvPr id="153" name="Google Shape;153;p3"/>
          <p:cNvCxnSpPr>
            <a:stCxn id="141" idx="2"/>
            <a:endCxn id="142" idx="0"/>
          </p:cNvCxnSpPr>
          <p:nvPr/>
        </p:nvCxnSpPr>
        <p:spPr>
          <a:xfrm>
            <a:off x="5853466" y="1117316"/>
            <a:ext cx="0" cy="282600"/>
          </a:xfrm>
          <a:prstGeom prst="straightConnector1">
            <a:avLst/>
          </a:prstGeom>
          <a:noFill/>
          <a:ln w="9525" cap="flat" cmpd="sng">
            <a:solidFill>
              <a:srgbClr val="BFBFBF"/>
            </a:solidFill>
            <a:prstDash val="solid"/>
            <a:round/>
            <a:headEnd type="none" w="sm" len="sm"/>
            <a:tailEnd type="triangle" w="med" len="med"/>
          </a:ln>
        </p:spPr>
      </p:cxnSp>
      <p:cxnSp>
        <p:nvCxnSpPr>
          <p:cNvPr id="154" name="Google Shape;154;p3"/>
          <p:cNvCxnSpPr>
            <a:stCxn id="142" idx="2"/>
          </p:cNvCxnSpPr>
          <p:nvPr/>
        </p:nvCxnSpPr>
        <p:spPr>
          <a:xfrm>
            <a:off x="5853466" y="1777383"/>
            <a:ext cx="0" cy="282600"/>
          </a:xfrm>
          <a:prstGeom prst="straightConnector1">
            <a:avLst/>
          </a:prstGeom>
          <a:noFill/>
          <a:ln w="9525" cap="flat" cmpd="sng">
            <a:solidFill>
              <a:srgbClr val="BFBFBF"/>
            </a:solidFill>
            <a:prstDash val="solid"/>
            <a:round/>
            <a:headEnd type="none" w="sm" len="sm"/>
            <a:tailEnd type="triangle" w="med" len="med"/>
          </a:ln>
        </p:spPr>
      </p:cxnSp>
      <p:cxnSp>
        <p:nvCxnSpPr>
          <p:cNvPr id="155" name="Google Shape;155;p3"/>
          <p:cNvCxnSpPr>
            <a:endCxn id="149" idx="0"/>
          </p:cNvCxnSpPr>
          <p:nvPr/>
        </p:nvCxnSpPr>
        <p:spPr>
          <a:xfrm>
            <a:off x="5365683" y="2443188"/>
            <a:ext cx="0" cy="784200"/>
          </a:xfrm>
          <a:prstGeom prst="straightConnector1">
            <a:avLst/>
          </a:prstGeom>
          <a:noFill/>
          <a:ln w="9525" cap="flat" cmpd="sng">
            <a:solidFill>
              <a:srgbClr val="BFBFBF"/>
            </a:solidFill>
            <a:prstDash val="solid"/>
            <a:round/>
            <a:headEnd type="none" w="sm" len="sm"/>
            <a:tailEnd type="triangle" w="med" len="med"/>
          </a:ln>
        </p:spPr>
      </p:cxnSp>
      <p:cxnSp>
        <p:nvCxnSpPr>
          <p:cNvPr id="156" name="Google Shape;156;p3"/>
          <p:cNvCxnSpPr/>
          <p:nvPr/>
        </p:nvCxnSpPr>
        <p:spPr>
          <a:xfrm>
            <a:off x="7730137" y="2443129"/>
            <a:ext cx="0" cy="766977"/>
          </a:xfrm>
          <a:prstGeom prst="straightConnector1">
            <a:avLst/>
          </a:prstGeom>
          <a:noFill/>
          <a:ln w="9525" cap="flat" cmpd="sng">
            <a:solidFill>
              <a:srgbClr val="BFBFBF"/>
            </a:solidFill>
            <a:prstDash val="solid"/>
            <a:round/>
            <a:headEnd type="none" w="sm" len="sm"/>
            <a:tailEnd type="triangle" w="med" len="med"/>
          </a:ln>
        </p:spPr>
      </p:cxnSp>
      <p:cxnSp>
        <p:nvCxnSpPr>
          <p:cNvPr id="157" name="Google Shape;157;p3"/>
          <p:cNvCxnSpPr>
            <a:endCxn id="150" idx="0"/>
          </p:cNvCxnSpPr>
          <p:nvPr/>
        </p:nvCxnSpPr>
        <p:spPr>
          <a:xfrm>
            <a:off x="9684538" y="2448895"/>
            <a:ext cx="0" cy="2564400"/>
          </a:xfrm>
          <a:prstGeom prst="straightConnector1">
            <a:avLst/>
          </a:prstGeom>
          <a:noFill/>
          <a:ln w="9525" cap="flat" cmpd="sng">
            <a:solidFill>
              <a:srgbClr val="BFBFBF"/>
            </a:solidFill>
            <a:prstDash val="solid"/>
            <a:round/>
            <a:headEnd type="none" w="sm" len="sm"/>
            <a:tailEnd type="triangle" w="med" len="med"/>
          </a:ln>
        </p:spPr>
      </p:cxnSp>
      <p:cxnSp>
        <p:nvCxnSpPr>
          <p:cNvPr id="158" name="Google Shape;158;p3"/>
          <p:cNvCxnSpPr>
            <a:stCxn id="145" idx="2"/>
            <a:endCxn id="143" idx="0"/>
          </p:cNvCxnSpPr>
          <p:nvPr/>
        </p:nvCxnSpPr>
        <p:spPr>
          <a:xfrm>
            <a:off x="8958911" y="1117315"/>
            <a:ext cx="0" cy="282600"/>
          </a:xfrm>
          <a:prstGeom prst="straightConnector1">
            <a:avLst/>
          </a:prstGeom>
          <a:noFill/>
          <a:ln w="9525" cap="flat" cmpd="sng">
            <a:solidFill>
              <a:srgbClr val="BFBFBF"/>
            </a:solidFill>
            <a:prstDash val="solid"/>
            <a:round/>
            <a:headEnd type="none" w="sm" len="sm"/>
            <a:tailEnd type="triangle" w="med" len="med"/>
          </a:ln>
        </p:spPr>
      </p:cxnSp>
      <p:cxnSp>
        <p:nvCxnSpPr>
          <p:cNvPr id="159" name="Google Shape;159;p3"/>
          <p:cNvCxnSpPr>
            <a:stCxn id="143" idx="2"/>
          </p:cNvCxnSpPr>
          <p:nvPr/>
        </p:nvCxnSpPr>
        <p:spPr>
          <a:xfrm>
            <a:off x="8958911" y="1777383"/>
            <a:ext cx="0" cy="282600"/>
          </a:xfrm>
          <a:prstGeom prst="straightConnector1">
            <a:avLst/>
          </a:prstGeom>
          <a:noFill/>
          <a:ln w="9525" cap="flat" cmpd="sng">
            <a:solidFill>
              <a:srgbClr val="BFBFBF"/>
            </a:solidFill>
            <a:prstDash val="solid"/>
            <a:round/>
            <a:headEnd type="none" w="sm" len="sm"/>
            <a:tailEnd type="triangle" w="med" len="med"/>
          </a:ln>
        </p:spPr>
      </p:cxnSp>
      <p:cxnSp>
        <p:nvCxnSpPr>
          <p:cNvPr id="160" name="Google Shape;160;p3"/>
          <p:cNvCxnSpPr>
            <a:stCxn id="148" idx="2"/>
            <a:endCxn id="151" idx="0"/>
          </p:cNvCxnSpPr>
          <p:nvPr/>
        </p:nvCxnSpPr>
        <p:spPr>
          <a:xfrm flipH="1">
            <a:off x="6717879" y="4612139"/>
            <a:ext cx="1125300" cy="401100"/>
          </a:xfrm>
          <a:prstGeom prst="straightConnector1">
            <a:avLst/>
          </a:prstGeom>
          <a:noFill/>
          <a:ln w="9525" cap="flat" cmpd="sng">
            <a:solidFill>
              <a:srgbClr val="BFBFBF"/>
            </a:solidFill>
            <a:prstDash val="solid"/>
            <a:round/>
            <a:headEnd type="none" w="sm" len="sm"/>
            <a:tailEnd type="triangle" w="med" len="med"/>
          </a:ln>
        </p:spPr>
      </p:cxnSp>
      <p:cxnSp>
        <p:nvCxnSpPr>
          <p:cNvPr id="161" name="Google Shape;161;p3"/>
          <p:cNvCxnSpPr>
            <a:stCxn id="149" idx="2"/>
            <a:endCxn id="152" idx="0"/>
          </p:cNvCxnSpPr>
          <p:nvPr/>
        </p:nvCxnSpPr>
        <p:spPr>
          <a:xfrm>
            <a:off x="5365683" y="3658108"/>
            <a:ext cx="0" cy="1355100"/>
          </a:xfrm>
          <a:prstGeom prst="straightConnector1">
            <a:avLst/>
          </a:prstGeom>
          <a:noFill/>
          <a:ln w="9525" cap="flat" cmpd="sng">
            <a:solidFill>
              <a:srgbClr val="BFBFBF"/>
            </a:solidFill>
            <a:prstDash val="solid"/>
            <a:round/>
            <a:headEnd type="none" w="sm" len="sm"/>
            <a:tailEnd type="triangle" w="med" len="med"/>
          </a:ln>
        </p:spPr>
      </p:cxnSp>
      <p:sp>
        <p:nvSpPr>
          <p:cNvPr id="162" name="Google Shape;162;p3"/>
          <p:cNvSpPr/>
          <p:nvPr/>
        </p:nvSpPr>
        <p:spPr>
          <a:xfrm>
            <a:off x="7389043" y="5013293"/>
            <a:ext cx="1142749" cy="663200"/>
          </a:xfrm>
          <a:prstGeom prst="rect">
            <a:avLst/>
          </a:prstGeom>
          <a:solidFill>
            <a:schemeClr val="lt1"/>
          </a:solidFill>
          <a:ln w="28575" cap="flat" cmpd="sng">
            <a:solidFill>
              <a:srgbClr val="BFBFBF"/>
            </a:solidFill>
            <a:prstDash val="solid"/>
            <a:round/>
            <a:headEnd type="none" w="sm" len="sm"/>
            <a:tailEnd type="none" w="sm" len="sm"/>
          </a:ln>
        </p:spPr>
        <p:txBody>
          <a:bodyPr spcFirstLastPara="1" wrap="square" lIns="18000" tIns="0" rIns="18000" bIns="0" anchor="ctr" anchorCtr="0">
            <a:noAutofit/>
          </a:bodyPr>
          <a:lstStyle/>
          <a:p>
            <a:pPr marL="0" marR="0" lvl="0" indent="0" algn="ctr" rtl="0">
              <a:spcBef>
                <a:spcPts val="0"/>
              </a:spcBef>
              <a:spcAft>
                <a:spcPts val="0"/>
              </a:spcAft>
              <a:buNone/>
            </a:pPr>
            <a:r>
              <a:rPr lang="ja-JP" sz="2400">
                <a:solidFill>
                  <a:srgbClr val="BFBFBF"/>
                </a:solidFill>
                <a:latin typeface="Arial"/>
                <a:ea typeface="Arial"/>
                <a:cs typeface="Arial"/>
                <a:sym typeface="Arial"/>
              </a:rPr>
              <a:t>rsyslog</a:t>
            </a:r>
            <a:endParaRPr sz="2400">
              <a:solidFill>
                <a:srgbClr val="BFBFBF"/>
              </a:solidFill>
              <a:latin typeface="Arial"/>
              <a:ea typeface="Arial"/>
              <a:cs typeface="Arial"/>
              <a:sym typeface="Arial"/>
            </a:endParaRPr>
          </a:p>
        </p:txBody>
      </p:sp>
      <p:cxnSp>
        <p:nvCxnSpPr>
          <p:cNvPr id="163" name="Google Shape;163;p3"/>
          <p:cNvCxnSpPr>
            <a:stCxn id="148" idx="2"/>
            <a:endCxn id="162" idx="0"/>
          </p:cNvCxnSpPr>
          <p:nvPr/>
        </p:nvCxnSpPr>
        <p:spPr>
          <a:xfrm>
            <a:off x="7843179" y="4612139"/>
            <a:ext cx="117300" cy="401100"/>
          </a:xfrm>
          <a:prstGeom prst="straightConnector1">
            <a:avLst/>
          </a:prstGeom>
          <a:noFill/>
          <a:ln w="9525" cap="flat" cmpd="sng">
            <a:solidFill>
              <a:srgbClr val="BFBFBF"/>
            </a:solidFill>
            <a:prstDash val="solid"/>
            <a:round/>
            <a:headEnd type="none" w="sm" len="sm"/>
            <a:tailEnd type="triangle" w="med" len="med"/>
          </a:ln>
        </p:spPr>
      </p:cxnSp>
      <p:sp>
        <p:nvSpPr>
          <p:cNvPr id="164" name="Google Shape;164;p3"/>
          <p:cNvSpPr txBox="1"/>
          <p:nvPr/>
        </p:nvSpPr>
        <p:spPr>
          <a:xfrm>
            <a:off x="8593053" y="5092920"/>
            <a:ext cx="344128" cy="369332"/>
          </a:xfrm>
          <a:prstGeom prst="rect">
            <a:avLst/>
          </a:prstGeom>
          <a:noFill/>
          <a:ln>
            <a:noFill/>
          </a:ln>
        </p:spPr>
        <p:txBody>
          <a:bodyPr spcFirstLastPara="1" wrap="square" lIns="18000" tIns="0" rIns="18000" bIns="0" anchor="t" anchorCtr="0">
            <a:spAutoFit/>
          </a:bodyPr>
          <a:lstStyle/>
          <a:p>
            <a:pPr marL="0" marR="0" lvl="0" indent="0" algn="l" rtl="0">
              <a:spcBef>
                <a:spcPts val="0"/>
              </a:spcBef>
              <a:spcAft>
                <a:spcPts val="0"/>
              </a:spcAft>
              <a:buNone/>
            </a:pPr>
            <a:r>
              <a:rPr lang="ja-JP" sz="2400">
                <a:solidFill>
                  <a:srgbClr val="BFBFBF"/>
                </a:solidFill>
                <a:latin typeface="Arial"/>
                <a:ea typeface="Arial"/>
                <a:cs typeface="Arial"/>
                <a:sym typeface="Arial"/>
              </a:rPr>
              <a:t>…</a:t>
            </a:r>
            <a:endParaRPr sz="2400">
              <a:solidFill>
                <a:srgbClr val="BFBFBF"/>
              </a:solidFill>
              <a:latin typeface="Arial"/>
              <a:ea typeface="Arial"/>
              <a:cs typeface="Arial"/>
              <a:sym typeface="Arial"/>
            </a:endParaRPr>
          </a:p>
        </p:txBody>
      </p:sp>
      <p:sp>
        <p:nvSpPr>
          <p:cNvPr id="165" name="Google Shape;165;p3"/>
          <p:cNvSpPr/>
          <p:nvPr/>
        </p:nvSpPr>
        <p:spPr>
          <a:xfrm>
            <a:off x="2609156" y="2725542"/>
            <a:ext cx="1732548" cy="1054095"/>
          </a:xfrm>
          <a:prstGeom prst="rect">
            <a:avLst/>
          </a:prstGeom>
          <a:solidFill>
            <a:srgbClr val="FFFFFF"/>
          </a:solidFill>
          <a:ln w="28575" cap="flat" cmpd="sng">
            <a:solidFill>
              <a:srgbClr val="00B050"/>
            </a:solidFill>
            <a:prstDash val="solid"/>
            <a:round/>
            <a:headEnd type="none" w="sm" len="sm"/>
            <a:tailEnd type="none" w="sm" len="sm"/>
          </a:ln>
        </p:spPr>
        <p:txBody>
          <a:bodyPr spcFirstLastPara="1" wrap="square" lIns="18000" tIns="0" rIns="18000" bIns="0" anchor="ctr" anchorCtr="0">
            <a:noAutofit/>
          </a:bodyPr>
          <a:lstStyle/>
          <a:p>
            <a:pPr marL="0" marR="0" lvl="0" indent="0" algn="ctr" rtl="0">
              <a:spcBef>
                <a:spcPts val="0"/>
              </a:spcBef>
              <a:spcAft>
                <a:spcPts val="0"/>
              </a:spcAft>
              <a:buNone/>
            </a:pPr>
            <a:r>
              <a:rPr lang="ja-JP" sz="2400" b="1">
                <a:solidFill>
                  <a:schemeClr val="dk1"/>
                </a:solidFill>
                <a:latin typeface="Arial"/>
                <a:ea typeface="Arial"/>
                <a:cs typeface="Arial"/>
                <a:sym typeface="Arial"/>
              </a:rPr>
              <a:t>ros2log new CLI</a:t>
            </a:r>
            <a:endParaRPr/>
          </a:p>
        </p:txBody>
      </p:sp>
      <p:sp>
        <p:nvSpPr>
          <p:cNvPr id="166" name="Google Shape;166;p3"/>
          <p:cNvSpPr txBox="1"/>
          <p:nvPr/>
        </p:nvSpPr>
        <p:spPr>
          <a:xfrm>
            <a:off x="4341704" y="5788093"/>
            <a:ext cx="6840646" cy="805066"/>
          </a:xfrm>
          <a:prstGeom prst="rect">
            <a:avLst/>
          </a:prstGeom>
          <a:noFill/>
          <a:ln>
            <a:noFill/>
          </a:ln>
        </p:spPr>
        <p:txBody>
          <a:bodyPr spcFirstLastPara="1" wrap="square" lIns="0" tIns="0" rIns="0" bIns="0" anchor="ctr" anchorCtr="0">
            <a:noAutofit/>
          </a:bodyPr>
          <a:lstStyle/>
          <a:p>
            <a:pPr marL="742950" marR="0" lvl="1" indent="-285750" algn="l" rtl="0">
              <a:spcBef>
                <a:spcPts val="0"/>
              </a:spcBef>
              <a:spcAft>
                <a:spcPts val="0"/>
              </a:spcAft>
              <a:buClr>
                <a:srgbClr val="BFBFBF"/>
              </a:buClr>
              <a:buSzPts val="2200"/>
              <a:buFont typeface="Arial"/>
              <a:buChar char="•"/>
            </a:pPr>
            <a:r>
              <a:rPr lang="ja-JP" sz="2200" b="0" i="0" u="none" strike="noStrike" cap="none">
                <a:solidFill>
                  <a:srgbClr val="BFBFBF"/>
                </a:solidFill>
                <a:latin typeface="Arial"/>
                <a:ea typeface="Arial"/>
                <a:cs typeface="Arial"/>
                <a:sym typeface="Arial"/>
              </a:rPr>
              <a:t>Runtime dynamic loading of logging backends</a:t>
            </a:r>
            <a:br>
              <a:rPr lang="ja-JP" sz="2200" b="0" i="0" u="none" strike="noStrike" cap="none">
                <a:solidFill>
                  <a:srgbClr val="BFBFBF"/>
                </a:solidFill>
                <a:latin typeface="Arial"/>
                <a:ea typeface="Arial"/>
                <a:cs typeface="Arial"/>
                <a:sym typeface="Arial"/>
              </a:rPr>
            </a:br>
            <a:r>
              <a:rPr lang="ja-JP" sz="2200" b="1" i="0" u="none" strike="noStrike" cap="none">
                <a:solidFill>
                  <a:srgbClr val="BFBFBF"/>
                </a:solidFill>
                <a:latin typeface="Arial"/>
                <a:ea typeface="Arial"/>
                <a:cs typeface="Arial"/>
                <a:sym typeface="Arial"/>
              </a:rPr>
              <a:t>without rebuilding RCL or application code</a:t>
            </a:r>
            <a:endParaRPr/>
          </a:p>
        </p:txBody>
      </p:sp>
      <p:cxnSp>
        <p:nvCxnSpPr>
          <p:cNvPr id="167" name="Google Shape;167;p3"/>
          <p:cNvCxnSpPr>
            <a:stCxn id="152" idx="1"/>
            <a:endCxn id="165" idx="2"/>
          </p:cNvCxnSpPr>
          <p:nvPr/>
        </p:nvCxnSpPr>
        <p:spPr>
          <a:xfrm rot="10800000">
            <a:off x="3475535" y="3779495"/>
            <a:ext cx="1298100" cy="1565400"/>
          </a:xfrm>
          <a:prstGeom prst="bentConnector2">
            <a:avLst/>
          </a:prstGeom>
          <a:noFill/>
          <a:ln w="9525" cap="flat" cmpd="sng">
            <a:solidFill>
              <a:srgbClr val="00B050"/>
            </a:solidFill>
            <a:prstDash val="solid"/>
            <a:round/>
            <a:headEnd type="none" w="sm" len="sm"/>
            <a:tailEnd type="triangle" w="med" len="med"/>
          </a:ln>
        </p:spPr>
      </p:cxnSp>
      <p:cxnSp>
        <p:nvCxnSpPr>
          <p:cNvPr id="168" name="Google Shape;168;p3"/>
          <p:cNvCxnSpPr>
            <a:stCxn id="165" idx="0"/>
            <a:endCxn id="144" idx="1"/>
          </p:cNvCxnSpPr>
          <p:nvPr/>
        </p:nvCxnSpPr>
        <p:spPr>
          <a:xfrm rot="-5400000">
            <a:off x="3784730" y="1945242"/>
            <a:ext cx="471000" cy="1089600"/>
          </a:xfrm>
          <a:prstGeom prst="bentConnector2">
            <a:avLst/>
          </a:prstGeom>
          <a:noFill/>
          <a:ln w="9525" cap="flat" cmpd="sng">
            <a:solidFill>
              <a:srgbClr val="00B050"/>
            </a:solidFill>
            <a:prstDash val="solid"/>
            <a:round/>
            <a:headEnd type="none" w="sm" len="sm"/>
            <a:tailEnd type="triangle" w="med" len="med"/>
          </a:ln>
        </p:spPr>
      </p:cxnSp>
      <p:sp>
        <p:nvSpPr>
          <p:cNvPr id="169" name="Google Shape;169;p3"/>
          <p:cNvSpPr txBox="1"/>
          <p:nvPr/>
        </p:nvSpPr>
        <p:spPr>
          <a:xfrm>
            <a:off x="865767" y="3309264"/>
            <a:ext cx="1885647" cy="470373"/>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ja-JP" sz="2400" b="1">
                <a:solidFill>
                  <a:srgbClr val="00B050"/>
                </a:solidFill>
                <a:latin typeface="Arial"/>
                <a:ea typeface="Arial"/>
                <a:cs typeface="Arial"/>
                <a:sym typeface="Arial"/>
              </a:rPr>
              <a:t>frontend</a:t>
            </a:r>
            <a:endParaRPr/>
          </a:p>
        </p:txBody>
      </p:sp>
      <p:sp>
        <p:nvSpPr>
          <p:cNvPr id="170" name="Google Shape;170;p3"/>
          <p:cNvSpPr txBox="1"/>
          <p:nvPr/>
        </p:nvSpPr>
        <p:spPr>
          <a:xfrm>
            <a:off x="9576985" y="4136680"/>
            <a:ext cx="1430468" cy="546861"/>
          </a:xfrm>
          <a:prstGeom prst="rect">
            <a:avLst/>
          </a:prstGeom>
          <a:solidFill>
            <a:schemeClr val="lt1">
              <a:alpha val="70196"/>
            </a:schemeClr>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ja-JP" sz="2400" b="1">
                <a:solidFill>
                  <a:srgbClr val="BFBFBF"/>
                </a:solidFill>
                <a:latin typeface="Arial"/>
                <a:ea typeface="Arial"/>
                <a:cs typeface="Arial"/>
                <a:sym typeface="Arial"/>
              </a:rPr>
              <a:t>backend</a:t>
            </a:r>
            <a:endParaRPr/>
          </a:p>
        </p:txBody>
      </p:sp>
      <p:sp>
        <p:nvSpPr>
          <p:cNvPr id="171" name="Google Shape;171;p3"/>
          <p:cNvSpPr txBox="1"/>
          <p:nvPr/>
        </p:nvSpPr>
        <p:spPr>
          <a:xfrm>
            <a:off x="408794" y="3955970"/>
            <a:ext cx="3676228" cy="1312338"/>
          </a:xfrm>
          <a:prstGeom prst="rect">
            <a:avLst/>
          </a:prstGeom>
          <a:solidFill>
            <a:schemeClr val="lt1">
              <a:alpha val="70196"/>
            </a:schemeClr>
          </a:solidFill>
          <a:ln>
            <a:noFill/>
          </a:ln>
        </p:spPr>
        <p:txBody>
          <a:bodyPr spcFirstLastPara="1" wrap="square" lIns="0" tIns="0" rIns="0" bIns="0" anchor="ctr" anchorCtr="0">
            <a:noAutofit/>
          </a:bodyPr>
          <a:lstStyle/>
          <a:p>
            <a:pPr marL="285750" marR="0" lvl="0" indent="-285750" algn="l" rtl="0">
              <a:spcBef>
                <a:spcPts val="0"/>
              </a:spcBef>
              <a:spcAft>
                <a:spcPts val="0"/>
              </a:spcAft>
              <a:buClr>
                <a:srgbClr val="00B050"/>
              </a:buClr>
              <a:buSzPts val="2200"/>
              <a:buFont typeface="Arial"/>
              <a:buChar char="•"/>
            </a:pPr>
            <a:r>
              <a:rPr lang="ja-JP" sz="2200" b="1">
                <a:solidFill>
                  <a:srgbClr val="00B050"/>
                </a:solidFill>
                <a:latin typeface="Arial"/>
                <a:ea typeface="Arial"/>
                <a:cs typeface="Arial"/>
                <a:sym typeface="Arial"/>
              </a:rPr>
              <a:t>Filtered log display</a:t>
            </a:r>
            <a:endParaRPr/>
          </a:p>
          <a:p>
            <a:pPr marL="285750" marR="0" lvl="0" indent="-285750" algn="l" rtl="0">
              <a:spcBef>
                <a:spcPts val="0"/>
              </a:spcBef>
              <a:spcAft>
                <a:spcPts val="0"/>
              </a:spcAft>
              <a:buClr>
                <a:srgbClr val="00B050"/>
              </a:buClr>
              <a:buSzPts val="2200"/>
              <a:buFont typeface="Arial"/>
              <a:buChar char="•"/>
            </a:pPr>
            <a:r>
              <a:rPr lang="ja-JP" sz="2200" b="1">
                <a:solidFill>
                  <a:srgbClr val="00B050"/>
                </a:solidFill>
                <a:latin typeface="Arial"/>
                <a:ea typeface="Arial"/>
                <a:cs typeface="Arial"/>
                <a:sym typeface="Arial"/>
              </a:rPr>
              <a:t>Runtime log level control</a:t>
            </a:r>
            <a:endParaRPr/>
          </a:p>
          <a:p>
            <a:pPr marL="342900" marR="0" lvl="0" indent="-342900" algn="l" rtl="0">
              <a:spcBef>
                <a:spcPts val="0"/>
              </a:spcBef>
              <a:spcAft>
                <a:spcPts val="0"/>
              </a:spcAft>
              <a:buClr>
                <a:srgbClr val="000000"/>
              </a:buClr>
              <a:buSzPts val="2200"/>
              <a:buFont typeface="Noto Sans Symbols"/>
              <a:buChar char="⮚"/>
            </a:pPr>
            <a:r>
              <a:rPr lang="ja-JP" sz="2200">
                <a:solidFill>
                  <a:srgbClr val="000000"/>
                </a:solidFill>
                <a:latin typeface="Arial"/>
                <a:ea typeface="Arial"/>
                <a:cs typeface="Arial"/>
                <a:sym typeface="Arial"/>
              </a:rPr>
              <a:t>Proposed as </a:t>
            </a:r>
            <a:r>
              <a:rPr lang="ja-JP" sz="2200" b="1">
                <a:solidFill>
                  <a:schemeClr val="dk1"/>
                </a:solidFill>
                <a:latin typeface="Arial"/>
                <a:ea typeface="Arial"/>
                <a:cs typeface="Arial"/>
                <a:sym typeface="Arial"/>
              </a:rPr>
              <a:t>REP-0156</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AC3A54-CD41-ECCE-4BE5-3B97FF134AF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41C8F9A-A6AA-86F4-B7BB-FFB54594F06E}"/>
              </a:ext>
            </a:extLst>
          </p:cNvPr>
          <p:cNvSpPr>
            <a:spLocks noGrp="1"/>
          </p:cNvSpPr>
          <p:nvPr>
            <p:ph type="title"/>
          </p:nvPr>
        </p:nvSpPr>
        <p:spPr/>
        <p:txBody>
          <a:bodyPr/>
          <a:lstStyle/>
          <a:p>
            <a:r>
              <a:rPr kumimoji="1" lang="ja-JP" altLang="en-US" dirty="0"/>
              <a:t>Background</a:t>
            </a:r>
          </a:p>
        </p:txBody>
      </p:sp>
      <p:pic>
        <p:nvPicPr>
          <p:cNvPr id="8" name="nav2_log_color">
            <a:hlinkClick r:id="" action="ppaction://media"/>
            <a:extLst>
              <a:ext uri="{FF2B5EF4-FFF2-40B4-BE49-F238E27FC236}">
                <a16:creationId xmlns:a16="http://schemas.microsoft.com/office/drawing/2014/main" id="{C5592395-512F-F036-482C-6A9D2ABDAE7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652560" y="717086"/>
            <a:ext cx="10886879" cy="6123869"/>
          </a:xfrm>
          <a:prstGeom prst="rect">
            <a:avLst/>
          </a:prstGeom>
        </p:spPr>
      </p:pic>
      <p:sp>
        <p:nvSpPr>
          <p:cNvPr id="3" name="思考の吹き出し: 雲形 2">
            <a:extLst>
              <a:ext uri="{FF2B5EF4-FFF2-40B4-BE49-F238E27FC236}">
                <a16:creationId xmlns:a16="http://schemas.microsoft.com/office/drawing/2014/main" id="{8F2FDCB8-F055-BC73-E723-FFCAD3E22C37}"/>
              </a:ext>
            </a:extLst>
          </p:cNvPr>
          <p:cNvSpPr/>
          <p:nvPr/>
        </p:nvSpPr>
        <p:spPr>
          <a:xfrm>
            <a:off x="5701642" y="2321972"/>
            <a:ext cx="6164077" cy="2214056"/>
          </a:xfrm>
          <a:prstGeom prst="cloudCallou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kumimoji="1" lang="ja-JP" altLang="en-US" sz="2400" dirty="0">
                <a:solidFill>
                  <a:srgbClr val="0000FF"/>
                </a:solidFill>
              </a:rPr>
              <a:t>All logs shown at once, hard to read</a:t>
            </a:r>
            <a:r>
              <a:rPr kumimoji="1" lang="en-US" altLang="ja-JP" sz="2400" dirty="0">
                <a:solidFill>
                  <a:srgbClr val="0000FF"/>
                </a:solidFill>
              </a:rPr>
              <a:t>…</a:t>
            </a:r>
          </a:p>
          <a:p>
            <a:pPr marL="285750" indent="-285750">
              <a:buFont typeface="Arial" panose="020B0604020202020204" pitchFamily="34" charset="0"/>
              <a:buChar char="•"/>
            </a:pPr>
            <a:r>
              <a:rPr kumimoji="1" lang="ja-JP" altLang="en-US" sz="2400" dirty="0">
                <a:solidFill>
                  <a:srgbClr val="0000FF"/>
                </a:solidFill>
              </a:rPr>
              <a:t>Mixed log levels</a:t>
            </a:r>
            <a:r>
              <a:rPr kumimoji="1" lang="en-US" altLang="ja-JP" sz="2400" dirty="0">
                <a:solidFill>
                  <a:srgbClr val="0000FF"/>
                </a:solidFill>
              </a:rPr>
              <a:t>…</a:t>
            </a:r>
            <a:endParaRPr kumimoji="1" lang="ja-JP" altLang="en-US" sz="2400" dirty="0">
              <a:solidFill>
                <a:srgbClr val="0000FF"/>
              </a:solidFill>
            </a:endParaRPr>
          </a:p>
        </p:txBody>
      </p:sp>
      <p:sp>
        <p:nvSpPr>
          <p:cNvPr id="4" name="スライド番号プレースホルダー 3">
            <a:extLst>
              <a:ext uri="{FF2B5EF4-FFF2-40B4-BE49-F238E27FC236}">
                <a16:creationId xmlns:a16="http://schemas.microsoft.com/office/drawing/2014/main" id="{4531F0B8-5394-4130-D2E1-6C0D635C3B3C}"/>
              </a:ext>
            </a:extLst>
          </p:cNvPr>
          <p:cNvSpPr>
            <a:spLocks noGrp="1"/>
          </p:cNvSpPr>
          <p:nvPr>
            <p:ph type="sldNum" sz="quarter" idx="12"/>
          </p:nvPr>
        </p:nvSpPr>
        <p:spPr/>
        <p:txBody>
          <a:bodyPr/>
          <a:lstStyle/>
          <a:p>
            <a:fld id="{37351843-57EE-4B30-ADED-8C6CC2E2C9D2}" type="slidenum">
              <a:rPr kumimoji="1" lang="ja-JP" altLang="en-US" smtClean="0"/>
              <a:t>4</a:t>
            </a:fld>
            <a:r>
              <a:rPr lang="en-US" altLang="ja-JP" dirty="0"/>
              <a:t>/20</a:t>
            </a:r>
            <a:endParaRPr kumimoji="1" lang="ja-JP" altLang="en-US" dirty="0"/>
          </a:p>
        </p:txBody>
      </p:sp>
    </p:spTree>
    <p:extLst>
      <p:ext uri="{BB962C8B-B14F-4D97-AF65-F5344CB8AC3E}">
        <p14:creationId xmlns:p14="http://schemas.microsoft.com/office/powerpoint/2010/main" val="10324488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291" fill="hold"/>
                                        <p:tgtEl>
                                          <p:spTgt spid="8"/>
                                        </p:tgtEl>
                                      </p:cBhvr>
                                    </p:cmd>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12" restart="whenNotActive" fill="hold" evtFilter="cancelBubble" nodeType="interactiveSeq">
                <p:stCondLst>
                  <p:cond evt="onClick" delay="0">
                    <p:tgtEl>
                      <p:spTgt spid="8"/>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withEffect">
                                  <p:stCondLst>
                                    <p:cond delay="0"/>
                                  </p:stCondLst>
                                  <p:childTnLst>
                                    <p:cmd type="call" cmd="togglePause">
                                      <p:cBhvr>
                                        <p:cTn id="16" dur="1" fill="hold"/>
                                        <p:tgtEl>
                                          <p:spTgt spid="8"/>
                                        </p:tgtEl>
                                      </p:cBhvr>
                                    </p:cmd>
                                  </p:childTnLst>
                                </p:cTn>
                              </p:par>
                            </p:childTnLst>
                          </p:cTn>
                        </p:par>
                      </p:childTnLst>
                    </p:cTn>
                  </p:par>
                </p:childTnLst>
              </p:cTn>
              <p:nextCondLst>
                <p:cond evt="onClick" delay="0">
                  <p:tgtEl>
                    <p:spTgt spid="8"/>
                  </p:tgtEl>
                </p:cond>
              </p:nextCondLst>
            </p:seq>
            <p:video>
              <p:cMediaNode vol="80000">
                <p:cTn id="17" fill="hold" display="0">
                  <p:stCondLst>
                    <p:cond delay="indefinite"/>
                  </p:stCondLst>
                </p:cTn>
                <p:tgtEl>
                  <p:spTgt spid="8"/>
                </p:tgtEl>
              </p:cMediaNode>
            </p:video>
          </p:childTnLst>
        </p:cTn>
      </p:par>
    </p:tnLst>
    <p:bldLst>
      <p:bldP spid="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5"/>
          <p:cNvSpPr txBox="1">
            <a:spLocks noGrp="1"/>
          </p:cNvSpPr>
          <p:nvPr>
            <p:ph type="title"/>
          </p:nvPr>
        </p:nvSpPr>
        <p:spPr>
          <a:xfrm>
            <a:off x="431372" y="10491"/>
            <a:ext cx="11760627" cy="706595"/>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200"/>
              <a:buFont typeface="Arial"/>
              <a:buNone/>
            </a:pPr>
            <a:r>
              <a:rPr lang="ja-JP"/>
              <a:t>Background</a:t>
            </a:r>
            <a:endParaRPr/>
          </a:p>
        </p:txBody>
      </p:sp>
      <p:sp>
        <p:nvSpPr>
          <p:cNvPr id="187" name="Google Shape;187;p5"/>
          <p:cNvSpPr txBox="1">
            <a:spLocks noGrp="1"/>
          </p:cNvSpPr>
          <p:nvPr>
            <p:ph type="body" idx="1"/>
          </p:nvPr>
        </p:nvSpPr>
        <p:spPr>
          <a:xfrm>
            <a:off x="431373" y="739894"/>
            <a:ext cx="11329259" cy="5584707"/>
          </a:xfrm>
          <a:prstGeom prst="rect">
            <a:avLst/>
          </a:prstGeom>
          <a:noFill/>
          <a:ln>
            <a:noFill/>
          </a:ln>
        </p:spPr>
        <p:txBody>
          <a:bodyPr spcFirstLastPara="1" wrap="square" lIns="91425" tIns="45700" rIns="91425" bIns="45700" anchor="t" anchorCtr="0">
            <a:normAutofit/>
          </a:bodyPr>
          <a:lstStyle/>
          <a:p>
            <a:pPr marL="257168" lvl="0" indent="-257168" algn="l" rtl="0">
              <a:spcBef>
                <a:spcPts val="0"/>
              </a:spcBef>
              <a:spcAft>
                <a:spcPts val="0"/>
              </a:spcAft>
              <a:buClr>
                <a:schemeClr val="dk2"/>
              </a:buClr>
              <a:buSzPts val="2400"/>
              <a:buFont typeface="Noto Sans Symbols"/>
              <a:buChar char="■"/>
            </a:pPr>
            <a:r>
              <a:rPr lang="ja-JP" dirty="0"/>
              <a:t>Changing log levels at runtime</a:t>
            </a:r>
            <a:endParaRPr dirty="0"/>
          </a:p>
          <a:p>
            <a:pPr marL="557199" lvl="1" indent="-74608" algn="l" rtl="0">
              <a:spcBef>
                <a:spcPts val="440"/>
              </a:spcBef>
              <a:spcAft>
                <a:spcPts val="0"/>
              </a:spcAft>
              <a:buSzPts val="2200"/>
              <a:buNone/>
            </a:pPr>
            <a:endParaRPr dirty="0">
              <a:solidFill>
                <a:srgbClr val="0000FF"/>
              </a:solidFill>
            </a:endParaRPr>
          </a:p>
          <a:p>
            <a:pPr marL="557199" lvl="1" indent="-74608" algn="l" rtl="0">
              <a:spcBef>
                <a:spcPts val="440"/>
              </a:spcBef>
              <a:spcAft>
                <a:spcPts val="0"/>
              </a:spcAft>
              <a:buSzPts val="2200"/>
              <a:buNone/>
            </a:pPr>
            <a:endParaRPr dirty="0">
              <a:solidFill>
                <a:srgbClr val="0000FF"/>
              </a:solidFill>
            </a:endParaRPr>
          </a:p>
          <a:p>
            <a:pPr marL="342891" lvl="1" indent="0" algn="l" rtl="0">
              <a:spcBef>
                <a:spcPts val="480"/>
              </a:spcBef>
              <a:spcAft>
                <a:spcPts val="0"/>
              </a:spcAft>
              <a:buSzPts val="2400"/>
              <a:buNone/>
            </a:pPr>
            <a:endParaRPr sz="2400" dirty="0">
              <a:solidFill>
                <a:srgbClr val="0000FF"/>
              </a:solidFill>
            </a:endParaRPr>
          </a:p>
          <a:p>
            <a:pPr marL="557199" lvl="1" indent="-214308" algn="l" rtl="0">
              <a:spcBef>
                <a:spcPts val="440"/>
              </a:spcBef>
              <a:spcAft>
                <a:spcPts val="0"/>
              </a:spcAft>
              <a:buSzPts val="2200"/>
              <a:buChar char="–"/>
            </a:pPr>
            <a:r>
              <a:rPr lang="ja-JP" dirty="0">
                <a:solidFill>
                  <a:srgbClr val="0000FF"/>
                </a:solidFill>
              </a:rPr>
              <a:t>☹ typing this by hand every time is tedious…</a:t>
            </a:r>
            <a:endParaRPr dirty="0">
              <a:solidFill>
                <a:srgbClr val="0000FF"/>
              </a:solidFill>
            </a:endParaRPr>
          </a:p>
        </p:txBody>
      </p:sp>
      <p:pic>
        <p:nvPicPr>
          <p:cNvPr id="188" name="Google Shape;188;p5"/>
          <p:cNvPicPr preferRelativeResize="0"/>
          <p:nvPr/>
        </p:nvPicPr>
        <p:blipFill rotWithShape="1">
          <a:blip r:embed="rId5">
            <a:alphaModFix/>
          </a:blip>
          <a:srcRect/>
          <a:stretch/>
        </p:blipFill>
        <p:spPr>
          <a:xfrm>
            <a:off x="12964446" y="5026144"/>
            <a:ext cx="4997877" cy="1947471"/>
          </a:xfrm>
          <a:prstGeom prst="rect">
            <a:avLst/>
          </a:prstGeom>
          <a:noFill/>
          <a:ln>
            <a:noFill/>
          </a:ln>
        </p:spPr>
      </p:pic>
      <p:sp>
        <p:nvSpPr>
          <p:cNvPr id="189" name="Google Shape;189;p5"/>
          <p:cNvSpPr/>
          <p:nvPr/>
        </p:nvSpPr>
        <p:spPr>
          <a:xfrm>
            <a:off x="7327345" y="71490"/>
            <a:ext cx="4529962" cy="2819741"/>
          </a:xfrm>
          <a:prstGeom prst="roundRect">
            <a:avLst>
              <a:gd name="adj" fmla="val 5000"/>
            </a:avLst>
          </a:prstGeom>
          <a:solidFill>
            <a:schemeClr val="lt1"/>
          </a:solidFill>
          <a:ln w="12700" cap="flat" cmpd="sng">
            <a:solidFill>
              <a:schemeClr val="dk1"/>
            </a:solidFill>
            <a:prstDash val="solid"/>
            <a:round/>
            <a:headEnd type="none" w="sm" len="sm"/>
            <a:tailEnd type="none" w="sm" len="sm"/>
          </a:ln>
        </p:spPr>
        <p:txBody>
          <a:bodyPr spcFirstLastPara="1" wrap="square" lIns="118725" tIns="63500" rIns="118725" bIns="63500" anchor="ctr" anchorCtr="0">
            <a:spAutoFit/>
          </a:bodyPr>
          <a:lstStyle/>
          <a:p>
            <a:pPr marL="0" marR="0" lvl="0" indent="0" algn="l" rtl="0">
              <a:spcBef>
                <a:spcPts val="0"/>
              </a:spcBef>
              <a:spcAft>
                <a:spcPts val="0"/>
              </a:spcAft>
              <a:buNone/>
            </a:pPr>
            <a:r>
              <a:rPr lang="ja-JP" sz="1600" dirty="0">
                <a:solidFill>
                  <a:schemeClr val="dk1"/>
                </a:solidFill>
                <a:latin typeface="Arial"/>
                <a:ea typeface="Arial"/>
                <a:cs typeface="Arial"/>
                <a:sym typeface="Arial"/>
              </a:rPr>
              <a:t>Note: runtime log level change applies only to nodes created with </a:t>
            </a:r>
            <a:br>
              <a:rPr lang="ja-JP" sz="1600" dirty="0">
                <a:solidFill>
                  <a:schemeClr val="dk1"/>
                </a:solidFill>
                <a:latin typeface="Arial"/>
                <a:ea typeface="Arial"/>
                <a:cs typeface="Arial"/>
                <a:sym typeface="Arial"/>
              </a:rPr>
            </a:br>
            <a:r>
              <a:rPr lang="ja-JP" sz="1600" b="1" dirty="0">
                <a:solidFill>
                  <a:schemeClr val="dk1"/>
                </a:solidFill>
                <a:latin typeface="Consolas"/>
                <a:ea typeface="Consolas"/>
                <a:cs typeface="Consolas"/>
                <a:sym typeface="Consolas"/>
              </a:rPr>
              <a:t>enable_logger_service=true</a:t>
            </a:r>
            <a:endParaRPr sz="1600" dirty="0">
              <a:solidFill>
                <a:schemeClr val="dk1"/>
              </a:solidFill>
              <a:latin typeface="Arial"/>
              <a:ea typeface="Arial"/>
              <a:cs typeface="Arial"/>
              <a:sym typeface="Arial"/>
            </a:endParaRPr>
          </a:p>
          <a:p>
            <a:pPr marL="0" marR="0" lvl="0" indent="0" algn="l" rtl="0">
              <a:spcBef>
                <a:spcPts val="0"/>
              </a:spcBef>
              <a:spcAft>
                <a:spcPts val="0"/>
              </a:spcAft>
              <a:buNone/>
            </a:pPr>
            <a:endParaRPr sz="500" dirty="0">
              <a:solidFill>
                <a:schemeClr val="dk1"/>
              </a:solidFill>
              <a:latin typeface="Arial"/>
              <a:ea typeface="Arial"/>
              <a:cs typeface="Arial"/>
              <a:sym typeface="Arial"/>
            </a:endParaRPr>
          </a:p>
          <a:p>
            <a:pPr marL="285750" marR="0" lvl="0" indent="-285750" algn="l" rtl="0">
              <a:lnSpc>
                <a:spcPct val="90000"/>
              </a:lnSpc>
              <a:spcBef>
                <a:spcPts val="0"/>
              </a:spcBef>
              <a:spcAft>
                <a:spcPts val="0"/>
              </a:spcAft>
              <a:buClr>
                <a:schemeClr val="dk1"/>
              </a:buClr>
              <a:buSzPts val="1400"/>
              <a:buFont typeface="Arial"/>
              <a:buChar char="•"/>
            </a:pPr>
            <a:r>
              <a:rPr lang="ja-JP" b="1" dirty="0">
                <a:solidFill>
                  <a:schemeClr val="dk1"/>
                </a:solidFill>
                <a:latin typeface="Arial"/>
                <a:ea typeface="Arial"/>
                <a:cs typeface="Arial"/>
                <a:sym typeface="Arial"/>
              </a:rPr>
              <a:t>Python</a:t>
            </a:r>
            <a:endParaRPr dirty="0"/>
          </a:p>
          <a:p>
            <a:pPr marL="285750" marR="0" lvl="0" indent="0" algn="l" rtl="0">
              <a:lnSpc>
                <a:spcPct val="90000"/>
              </a:lnSpc>
              <a:spcBef>
                <a:spcPts val="0"/>
              </a:spcBef>
              <a:spcAft>
                <a:spcPts val="0"/>
              </a:spcAft>
              <a:buNone/>
            </a:pPr>
            <a:r>
              <a:rPr lang="ja-JP" dirty="0">
                <a:solidFill>
                  <a:srgbClr val="404040"/>
                </a:solidFill>
                <a:latin typeface="Consolas"/>
                <a:ea typeface="Consolas"/>
                <a:cs typeface="Consolas"/>
                <a:sym typeface="Consolas"/>
              </a:rPr>
              <a:t>node </a:t>
            </a:r>
            <a:r>
              <a:rPr lang="ja-JP" dirty="0">
                <a:solidFill>
                  <a:srgbClr val="666666"/>
                </a:solidFill>
                <a:latin typeface="Consolas"/>
                <a:ea typeface="Consolas"/>
                <a:cs typeface="Consolas"/>
                <a:sym typeface="Consolas"/>
              </a:rPr>
              <a:t>=</a:t>
            </a:r>
            <a:r>
              <a:rPr lang="ja-JP" dirty="0">
                <a:solidFill>
                  <a:srgbClr val="404040"/>
                </a:solidFill>
                <a:latin typeface="Consolas"/>
                <a:ea typeface="Consolas"/>
                <a:cs typeface="Consolas"/>
                <a:sym typeface="Consolas"/>
              </a:rPr>
              <a:t> Node(</a:t>
            </a:r>
            <a:r>
              <a:rPr lang="ja-JP" dirty="0">
                <a:solidFill>
                  <a:srgbClr val="4070A0"/>
                </a:solidFill>
                <a:latin typeface="Consolas"/>
                <a:ea typeface="Consolas"/>
                <a:cs typeface="Consolas"/>
                <a:sym typeface="Consolas"/>
              </a:rPr>
              <a:t>'NodeWithLoggerService'</a:t>
            </a:r>
            <a:r>
              <a:rPr lang="ja-JP" dirty="0">
                <a:solidFill>
                  <a:srgbClr val="404040"/>
                </a:solidFill>
                <a:latin typeface="Consolas"/>
                <a:ea typeface="Consolas"/>
                <a:cs typeface="Consolas"/>
                <a:sym typeface="Consolas"/>
              </a:rPr>
              <a:t>,</a:t>
            </a:r>
            <a:br>
              <a:rPr lang="ja-JP" dirty="0">
                <a:solidFill>
                  <a:schemeClr val="dk1"/>
                </a:solidFill>
                <a:latin typeface="Consolas"/>
                <a:ea typeface="Consolas"/>
                <a:cs typeface="Consolas"/>
                <a:sym typeface="Consolas"/>
              </a:rPr>
            </a:br>
            <a:r>
              <a:rPr lang="ja-JP" dirty="0">
                <a:solidFill>
                  <a:srgbClr val="404040"/>
                </a:solidFill>
                <a:latin typeface="Consolas"/>
                <a:ea typeface="Consolas"/>
                <a:cs typeface="Consolas"/>
                <a:sym typeface="Consolas"/>
              </a:rPr>
              <a:t>  enable_logger_service</a:t>
            </a:r>
            <a:r>
              <a:rPr lang="ja-JP" dirty="0">
                <a:solidFill>
                  <a:srgbClr val="666666"/>
                </a:solidFill>
                <a:latin typeface="Consolas"/>
                <a:ea typeface="Consolas"/>
                <a:cs typeface="Consolas"/>
                <a:sym typeface="Consolas"/>
              </a:rPr>
              <a:t>=</a:t>
            </a:r>
            <a:r>
              <a:rPr lang="ja-JP" b="1" dirty="0">
                <a:solidFill>
                  <a:srgbClr val="007020"/>
                </a:solidFill>
                <a:latin typeface="Consolas"/>
                <a:ea typeface="Consolas"/>
                <a:cs typeface="Consolas"/>
                <a:sym typeface="Consolas"/>
              </a:rPr>
              <a:t>True</a:t>
            </a:r>
            <a:r>
              <a:rPr lang="ja-JP" dirty="0">
                <a:solidFill>
                  <a:srgbClr val="404040"/>
                </a:solidFill>
                <a:latin typeface="Consolas"/>
                <a:ea typeface="Consolas"/>
                <a:cs typeface="Consolas"/>
                <a:sym typeface="Consolas"/>
              </a:rPr>
              <a:t>)</a:t>
            </a:r>
            <a:endParaRPr dirty="0"/>
          </a:p>
          <a:p>
            <a:pPr marL="285750" marR="0" lvl="0" indent="-285750" algn="l" rtl="0">
              <a:lnSpc>
                <a:spcPct val="90000"/>
              </a:lnSpc>
              <a:spcBef>
                <a:spcPts val="400"/>
              </a:spcBef>
              <a:spcAft>
                <a:spcPts val="0"/>
              </a:spcAft>
              <a:buClr>
                <a:schemeClr val="dk1"/>
              </a:buClr>
              <a:buSzPts val="1400"/>
              <a:buFont typeface="Arial"/>
              <a:buChar char="•"/>
            </a:pPr>
            <a:r>
              <a:rPr lang="ja-JP" b="1" dirty="0">
                <a:solidFill>
                  <a:schemeClr val="dk1"/>
                </a:solidFill>
                <a:latin typeface="Arial"/>
                <a:ea typeface="Arial"/>
                <a:cs typeface="Arial"/>
                <a:sym typeface="Arial"/>
              </a:rPr>
              <a:t>C++</a:t>
            </a:r>
            <a:endParaRPr dirty="0"/>
          </a:p>
          <a:p>
            <a:pPr marL="285750" marR="0" lvl="0" indent="0" algn="l" rtl="0">
              <a:lnSpc>
                <a:spcPct val="90000"/>
              </a:lnSpc>
              <a:spcBef>
                <a:spcPts val="0"/>
              </a:spcBef>
              <a:spcAft>
                <a:spcPts val="0"/>
              </a:spcAft>
              <a:buNone/>
            </a:pPr>
            <a:r>
              <a:rPr lang="ja-JP" b="1" dirty="0">
                <a:solidFill>
                  <a:srgbClr val="007020"/>
                </a:solidFill>
                <a:latin typeface="Consolas"/>
                <a:ea typeface="Consolas"/>
                <a:cs typeface="Consolas"/>
                <a:sym typeface="Consolas"/>
              </a:rPr>
              <a:t>auto</a:t>
            </a:r>
            <a:r>
              <a:rPr lang="ja-JP" dirty="0">
                <a:solidFill>
                  <a:srgbClr val="404040"/>
                </a:solidFill>
                <a:latin typeface="Consolas"/>
                <a:ea typeface="Consolas"/>
                <a:cs typeface="Consolas"/>
                <a:sym typeface="Consolas"/>
              </a:rPr>
              <a:t> node </a:t>
            </a:r>
            <a:r>
              <a:rPr lang="ja-JP" dirty="0">
                <a:solidFill>
                  <a:srgbClr val="666666"/>
                </a:solidFill>
                <a:latin typeface="Consolas"/>
                <a:ea typeface="Consolas"/>
                <a:cs typeface="Consolas"/>
                <a:sym typeface="Consolas"/>
              </a:rPr>
              <a:t>=</a:t>
            </a:r>
            <a:r>
              <a:rPr lang="ja-JP" dirty="0">
                <a:solidFill>
                  <a:srgbClr val="404040"/>
                </a:solidFill>
                <a:latin typeface="Consolas"/>
                <a:ea typeface="Consolas"/>
                <a:cs typeface="Consolas"/>
                <a:sym typeface="Consolas"/>
              </a:rPr>
              <a:t> std</a:t>
            </a:r>
            <a:r>
              <a:rPr lang="ja-JP" dirty="0">
                <a:solidFill>
                  <a:srgbClr val="666666"/>
                </a:solidFill>
                <a:latin typeface="Consolas"/>
                <a:ea typeface="Consolas"/>
                <a:cs typeface="Consolas"/>
                <a:sym typeface="Consolas"/>
              </a:rPr>
              <a:t>::</a:t>
            </a:r>
            <a:r>
              <a:rPr lang="ja-JP" dirty="0">
                <a:solidFill>
                  <a:srgbClr val="404040"/>
                </a:solidFill>
                <a:latin typeface="Consolas"/>
                <a:ea typeface="Consolas"/>
                <a:cs typeface="Consolas"/>
                <a:sym typeface="Consolas"/>
              </a:rPr>
              <a:t>make_shared</a:t>
            </a:r>
            <a:r>
              <a:rPr lang="ja-JP" dirty="0">
                <a:solidFill>
                  <a:srgbClr val="666666"/>
                </a:solidFill>
                <a:latin typeface="Consolas"/>
                <a:ea typeface="Consolas"/>
                <a:cs typeface="Consolas"/>
                <a:sym typeface="Consolas"/>
              </a:rPr>
              <a:t>&lt;</a:t>
            </a:r>
            <a:r>
              <a:rPr lang="ja-JP" dirty="0">
                <a:solidFill>
                  <a:srgbClr val="404040"/>
                </a:solidFill>
                <a:latin typeface="Consolas"/>
                <a:ea typeface="Consolas"/>
                <a:cs typeface="Consolas"/>
                <a:sym typeface="Consolas"/>
              </a:rPr>
              <a:t>rclcpp</a:t>
            </a:r>
            <a:r>
              <a:rPr lang="ja-JP" dirty="0">
                <a:solidFill>
                  <a:srgbClr val="666666"/>
                </a:solidFill>
                <a:latin typeface="Consolas"/>
                <a:ea typeface="Consolas"/>
                <a:cs typeface="Consolas"/>
                <a:sym typeface="Consolas"/>
              </a:rPr>
              <a:t>::</a:t>
            </a:r>
            <a:r>
              <a:rPr lang="ja-JP" dirty="0">
                <a:solidFill>
                  <a:srgbClr val="404040"/>
                </a:solidFill>
                <a:latin typeface="Consolas"/>
                <a:ea typeface="Consolas"/>
                <a:cs typeface="Consolas"/>
                <a:sym typeface="Consolas"/>
              </a:rPr>
              <a:t>Node</a:t>
            </a:r>
            <a:r>
              <a:rPr lang="ja-JP" dirty="0">
                <a:solidFill>
                  <a:srgbClr val="666666"/>
                </a:solidFill>
                <a:latin typeface="Consolas"/>
                <a:ea typeface="Consolas"/>
                <a:cs typeface="Consolas"/>
                <a:sym typeface="Consolas"/>
              </a:rPr>
              <a:t>&gt;</a:t>
            </a:r>
            <a:br>
              <a:rPr lang="ja-JP" dirty="0">
                <a:solidFill>
                  <a:schemeClr val="dk1"/>
                </a:solidFill>
                <a:latin typeface="Consolas"/>
                <a:ea typeface="Consolas"/>
                <a:cs typeface="Consolas"/>
                <a:sym typeface="Consolas"/>
              </a:rPr>
            </a:br>
            <a:r>
              <a:rPr lang="ja-JP" dirty="0">
                <a:solidFill>
                  <a:srgbClr val="404040"/>
                </a:solidFill>
                <a:latin typeface="Consolas"/>
                <a:ea typeface="Consolas"/>
                <a:cs typeface="Consolas"/>
                <a:sym typeface="Consolas"/>
              </a:rPr>
              <a:t>  (</a:t>
            </a:r>
            <a:r>
              <a:rPr lang="ja-JP" dirty="0">
                <a:solidFill>
                  <a:srgbClr val="4070A0"/>
                </a:solidFill>
                <a:latin typeface="Consolas"/>
                <a:ea typeface="Consolas"/>
                <a:cs typeface="Consolas"/>
                <a:sym typeface="Consolas"/>
              </a:rPr>
              <a:t>"NodeWithLoggerService"</a:t>
            </a:r>
            <a:r>
              <a:rPr lang="ja-JP" dirty="0">
                <a:solidFill>
                  <a:srgbClr val="404040"/>
                </a:solidFill>
                <a:latin typeface="Consolas"/>
                <a:ea typeface="Consolas"/>
                <a:cs typeface="Consolas"/>
                <a:sym typeface="Consolas"/>
              </a:rPr>
              <a:t>,</a:t>
            </a:r>
            <a:br>
              <a:rPr lang="ja-JP" dirty="0">
                <a:solidFill>
                  <a:schemeClr val="dk1"/>
                </a:solidFill>
                <a:latin typeface="Consolas"/>
                <a:ea typeface="Consolas"/>
                <a:cs typeface="Consolas"/>
                <a:sym typeface="Consolas"/>
              </a:rPr>
            </a:br>
            <a:r>
              <a:rPr lang="ja-JP" dirty="0">
                <a:solidFill>
                  <a:srgbClr val="404040"/>
                </a:solidFill>
                <a:latin typeface="Consolas"/>
                <a:ea typeface="Consolas"/>
                <a:cs typeface="Consolas"/>
                <a:sym typeface="Consolas"/>
              </a:rPr>
              <a:t>  rclcpp</a:t>
            </a:r>
            <a:r>
              <a:rPr lang="ja-JP" dirty="0">
                <a:solidFill>
                  <a:srgbClr val="666666"/>
                </a:solidFill>
                <a:latin typeface="Consolas"/>
                <a:ea typeface="Consolas"/>
                <a:cs typeface="Consolas"/>
                <a:sym typeface="Consolas"/>
              </a:rPr>
              <a:t>::</a:t>
            </a:r>
            <a:r>
              <a:rPr lang="ja-JP" dirty="0">
                <a:solidFill>
                  <a:srgbClr val="404040"/>
                </a:solidFill>
                <a:latin typeface="Consolas"/>
                <a:ea typeface="Consolas"/>
                <a:cs typeface="Consolas"/>
                <a:sym typeface="Consolas"/>
              </a:rPr>
              <a:t>NodeOptions()</a:t>
            </a:r>
            <a:br>
              <a:rPr lang="ja-JP" dirty="0">
                <a:solidFill>
                  <a:schemeClr val="dk1"/>
                </a:solidFill>
                <a:latin typeface="Consolas"/>
                <a:ea typeface="Consolas"/>
                <a:cs typeface="Consolas"/>
                <a:sym typeface="Consolas"/>
              </a:rPr>
            </a:br>
            <a:r>
              <a:rPr lang="ja-JP" dirty="0">
                <a:solidFill>
                  <a:srgbClr val="404040"/>
                </a:solidFill>
                <a:latin typeface="Consolas"/>
                <a:ea typeface="Consolas"/>
                <a:cs typeface="Consolas"/>
                <a:sym typeface="Consolas"/>
              </a:rPr>
              <a:t>    .</a:t>
            </a:r>
            <a:r>
              <a:rPr lang="ja-JP" b="1" dirty="0">
                <a:solidFill>
                  <a:srgbClr val="404040"/>
                </a:solidFill>
                <a:latin typeface="Consolas"/>
                <a:ea typeface="Consolas"/>
                <a:cs typeface="Consolas"/>
                <a:sym typeface="Consolas"/>
              </a:rPr>
              <a:t>enable_logger_service</a:t>
            </a:r>
            <a:r>
              <a:rPr lang="ja-JP" dirty="0">
                <a:solidFill>
                  <a:srgbClr val="404040"/>
                </a:solidFill>
                <a:latin typeface="Consolas"/>
                <a:ea typeface="Consolas"/>
                <a:cs typeface="Consolas"/>
                <a:sym typeface="Consolas"/>
              </a:rPr>
              <a:t>(</a:t>
            </a:r>
            <a:r>
              <a:rPr lang="ja-JP" dirty="0">
                <a:solidFill>
                  <a:srgbClr val="007020"/>
                </a:solidFill>
                <a:latin typeface="Consolas"/>
                <a:ea typeface="Consolas"/>
                <a:cs typeface="Consolas"/>
                <a:sym typeface="Consolas"/>
              </a:rPr>
              <a:t>true</a:t>
            </a:r>
            <a:r>
              <a:rPr lang="ja-JP" dirty="0">
                <a:solidFill>
                  <a:srgbClr val="404040"/>
                </a:solidFill>
                <a:latin typeface="Consolas"/>
                <a:ea typeface="Consolas"/>
                <a:cs typeface="Consolas"/>
                <a:sym typeface="Consolas"/>
              </a:rPr>
              <a:t>))</a:t>
            </a:r>
            <a:endParaRPr dirty="0"/>
          </a:p>
        </p:txBody>
      </p:sp>
      <p:sp>
        <p:nvSpPr>
          <p:cNvPr id="190" name="Google Shape;190;p5"/>
          <p:cNvSpPr txBox="1"/>
          <p:nvPr/>
        </p:nvSpPr>
        <p:spPr>
          <a:xfrm>
            <a:off x="12325350" y="3429000"/>
            <a:ext cx="6022803" cy="132343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sz="2000">
                <a:solidFill>
                  <a:schemeClr val="dk1"/>
                </a:solidFill>
                <a:latin typeface="Arial"/>
                <a:ea typeface="Arial"/>
                <a:cs typeface="Arial"/>
                <a:sym typeface="Arial"/>
              </a:rPr>
              <a:t>ros2 service call \</a:t>
            </a:r>
            <a:endParaRPr/>
          </a:p>
          <a:p>
            <a:pPr marL="0" marR="0" lvl="0" indent="0" algn="l" rtl="0">
              <a:spcBef>
                <a:spcPts val="0"/>
              </a:spcBef>
              <a:spcAft>
                <a:spcPts val="0"/>
              </a:spcAft>
              <a:buNone/>
            </a:pPr>
            <a:r>
              <a:rPr lang="ja-JP" sz="2000">
                <a:solidFill>
                  <a:schemeClr val="dk1"/>
                </a:solidFill>
                <a:latin typeface="Arial"/>
                <a:ea typeface="Arial"/>
                <a:cs typeface="Arial"/>
                <a:sym typeface="Arial"/>
              </a:rPr>
              <a:t>  /controller_server/set_logger_levels \</a:t>
            </a:r>
            <a:endParaRPr/>
          </a:p>
          <a:p>
            <a:pPr marL="0" marR="0" lvl="0" indent="0" algn="l" rtl="0">
              <a:spcBef>
                <a:spcPts val="0"/>
              </a:spcBef>
              <a:spcAft>
                <a:spcPts val="0"/>
              </a:spcAft>
              <a:buNone/>
            </a:pPr>
            <a:r>
              <a:rPr lang="ja-JP" sz="2000">
                <a:solidFill>
                  <a:schemeClr val="dk1"/>
                </a:solidFill>
                <a:latin typeface="Arial"/>
                <a:ea typeface="Arial"/>
                <a:cs typeface="Arial"/>
                <a:sym typeface="Arial"/>
              </a:rPr>
              <a:t>  rcl_interfaces/srv/SetLoggerLevels \</a:t>
            </a:r>
            <a:endParaRPr/>
          </a:p>
          <a:p>
            <a:pPr marL="0" marR="0" lvl="0" indent="0" algn="l" rtl="0">
              <a:spcBef>
                <a:spcPts val="0"/>
              </a:spcBef>
              <a:spcAft>
                <a:spcPts val="0"/>
              </a:spcAft>
              <a:buNone/>
            </a:pPr>
            <a:r>
              <a:rPr lang="ja-JP" sz="2000">
                <a:solidFill>
                  <a:schemeClr val="dk1"/>
                </a:solidFill>
                <a:latin typeface="Arial"/>
                <a:ea typeface="Arial"/>
                <a:cs typeface="Arial"/>
                <a:sym typeface="Arial"/>
              </a:rPr>
              <a:t>  "{levels: [{name: controller_server, level: 10}]}"</a:t>
            </a:r>
            <a:endParaRPr/>
          </a:p>
        </p:txBody>
      </p:sp>
      <p:sp>
        <p:nvSpPr>
          <p:cNvPr id="191" name="Google Shape;191;p5"/>
          <p:cNvSpPr/>
          <p:nvPr/>
        </p:nvSpPr>
        <p:spPr>
          <a:xfrm>
            <a:off x="698500" y="1219200"/>
            <a:ext cx="6289441" cy="1145421"/>
          </a:xfrm>
          <a:prstGeom prst="roundRect">
            <a:avLst>
              <a:gd name="adj" fmla="val 5000"/>
            </a:avLst>
          </a:prstGeom>
          <a:solidFill>
            <a:srgbClr val="DAE5F1"/>
          </a:solidFill>
          <a:ln w="12700" cap="flat" cmpd="sng">
            <a:solidFill>
              <a:srgbClr val="4F81BD"/>
            </a:solidFill>
            <a:prstDash val="solid"/>
            <a:round/>
            <a:headEnd type="none" w="sm" len="sm"/>
            <a:tailEnd type="none" w="sm" len="sm"/>
          </a:ln>
        </p:spPr>
        <p:txBody>
          <a:bodyPr spcFirstLastPara="1" wrap="square" lIns="118725" tIns="63500" rIns="118725" bIns="63500" anchor="t" anchorCtr="0">
            <a:spAutoFit/>
          </a:bodyPr>
          <a:lstStyle/>
          <a:p>
            <a:pPr marL="0" marR="0" lvl="0" indent="0" algn="l" rtl="0">
              <a:spcBef>
                <a:spcPts val="0"/>
              </a:spcBef>
              <a:spcAft>
                <a:spcPts val="0"/>
              </a:spcAft>
              <a:buNone/>
            </a:pPr>
            <a:r>
              <a:rPr lang="ja-JP" sz="1600">
                <a:solidFill>
                  <a:schemeClr val="dk1"/>
                </a:solidFill>
                <a:latin typeface="Consolas"/>
                <a:ea typeface="Consolas"/>
                <a:cs typeface="Consolas"/>
                <a:sym typeface="Consolas"/>
              </a:rPr>
              <a:t>ros2 service call \</a:t>
            </a:r>
            <a:endParaRPr/>
          </a:p>
          <a:p>
            <a:pPr marL="0" marR="0" lvl="0" indent="0" algn="l" rtl="0">
              <a:spcBef>
                <a:spcPts val="0"/>
              </a:spcBef>
              <a:spcAft>
                <a:spcPts val="0"/>
              </a:spcAft>
              <a:buNone/>
            </a:pPr>
            <a:r>
              <a:rPr lang="ja-JP" sz="1600">
                <a:solidFill>
                  <a:schemeClr val="dk1"/>
                </a:solidFill>
                <a:latin typeface="Consolas"/>
                <a:ea typeface="Consolas"/>
                <a:cs typeface="Consolas"/>
                <a:sym typeface="Consolas"/>
              </a:rPr>
              <a:t>  &lt;node_name&gt;/set_logger_levels \</a:t>
            </a:r>
            <a:endParaRPr/>
          </a:p>
          <a:p>
            <a:pPr marL="0" marR="0" lvl="0" indent="0" algn="l" rtl="0">
              <a:spcBef>
                <a:spcPts val="0"/>
              </a:spcBef>
              <a:spcAft>
                <a:spcPts val="0"/>
              </a:spcAft>
              <a:buNone/>
            </a:pPr>
            <a:r>
              <a:rPr lang="ja-JP" sz="1600">
                <a:solidFill>
                  <a:schemeClr val="dk1"/>
                </a:solidFill>
                <a:latin typeface="Consolas"/>
                <a:ea typeface="Consolas"/>
                <a:cs typeface="Consolas"/>
                <a:sym typeface="Consolas"/>
              </a:rPr>
              <a:t>  rcl_interfaces/srv/SetLoggerLevels \</a:t>
            </a:r>
            <a:endParaRPr/>
          </a:p>
          <a:p>
            <a:pPr marL="0" marR="0" lvl="0" indent="0" algn="l" rtl="0">
              <a:spcBef>
                <a:spcPts val="0"/>
              </a:spcBef>
              <a:spcAft>
                <a:spcPts val="0"/>
              </a:spcAft>
              <a:buNone/>
            </a:pPr>
            <a:r>
              <a:rPr lang="ja-JP" sz="1600">
                <a:solidFill>
                  <a:schemeClr val="dk1"/>
                </a:solidFill>
                <a:latin typeface="Consolas"/>
                <a:ea typeface="Consolas"/>
                <a:cs typeface="Consolas"/>
                <a:sym typeface="Consolas"/>
              </a:rPr>
              <a:t>  "{levels: [{name: &lt;logger&gt;, level: &lt;level&gt;}]}"</a:t>
            </a:r>
            <a:endParaRPr/>
          </a:p>
        </p:txBody>
      </p:sp>
      <p:sp>
        <p:nvSpPr>
          <p:cNvPr id="193" name="Google Shape;193;p5"/>
          <p:cNvSpPr txBox="1">
            <a:spLocks noGrp="1"/>
          </p:cNvSpPr>
          <p:nvPr>
            <p:ph type="sldNum" idx="12"/>
          </p:nvPr>
        </p:nvSpPr>
        <p:spPr>
          <a:xfrm>
            <a:off x="9348335" y="6535795"/>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ltLang="ja-JP"/>
              <a:t>5</a:t>
            </a:fld>
            <a:r>
              <a:rPr lang="ja-JP"/>
              <a:t>/20</a:t>
            </a:r>
            <a:endParaRPr/>
          </a:p>
        </p:txBody>
      </p:sp>
      <p:sp>
        <p:nvSpPr>
          <p:cNvPr id="194" name="Google Shape;194;p5"/>
          <p:cNvSpPr txBox="1"/>
          <p:nvPr/>
        </p:nvSpPr>
        <p:spPr>
          <a:xfrm>
            <a:off x="12825335" y="1052700"/>
            <a:ext cx="5022831" cy="1694823"/>
          </a:xfrm>
          <a:prstGeom prst="rect">
            <a:avLst/>
          </a:prstGeom>
          <a:noFill/>
          <a:ln>
            <a:noFill/>
          </a:ln>
        </p:spPr>
        <p:txBody>
          <a:bodyPr spcFirstLastPara="1" wrap="square" lIns="91425" tIns="45700" rIns="91425" bIns="45700" anchor="t" anchorCtr="0">
            <a:spAutoFit/>
          </a:bodyPr>
          <a:lstStyle/>
          <a:p>
            <a:pPr marL="285750" marR="0" lvl="0" indent="-285750" algn="l" rtl="0">
              <a:lnSpc>
                <a:spcPct val="90000"/>
              </a:lnSpc>
              <a:spcBef>
                <a:spcPts val="0"/>
              </a:spcBef>
              <a:spcAft>
                <a:spcPts val="0"/>
              </a:spcAft>
              <a:buClr>
                <a:schemeClr val="dk1"/>
              </a:buClr>
              <a:buSzPts val="1400"/>
              <a:buFont typeface="Arial"/>
              <a:buChar char="•"/>
            </a:pPr>
            <a:r>
              <a:rPr lang="ja-JP" sz="1400" b="1">
                <a:solidFill>
                  <a:schemeClr val="dk1"/>
                </a:solidFill>
                <a:latin typeface="Arial"/>
                <a:ea typeface="Arial"/>
                <a:cs typeface="Arial"/>
                <a:sym typeface="Arial"/>
              </a:rPr>
              <a:t>Python</a:t>
            </a:r>
            <a:endParaRPr/>
          </a:p>
          <a:p>
            <a:pPr marL="285750" marR="0" lvl="0" indent="0" algn="l" rtl="0">
              <a:lnSpc>
                <a:spcPct val="90000"/>
              </a:lnSpc>
              <a:spcBef>
                <a:spcPts val="0"/>
              </a:spcBef>
              <a:spcAft>
                <a:spcPts val="0"/>
              </a:spcAft>
              <a:buClr>
                <a:srgbClr val="404040"/>
              </a:buClr>
              <a:buSzPts val="1400"/>
              <a:buFont typeface="Consolas"/>
              <a:buNone/>
            </a:pPr>
            <a:r>
              <a:rPr lang="ja-JP" sz="1400">
                <a:solidFill>
                  <a:srgbClr val="404040"/>
                </a:solidFill>
                <a:latin typeface="Consolas"/>
                <a:ea typeface="Consolas"/>
                <a:cs typeface="Consolas"/>
                <a:sym typeface="Consolas"/>
              </a:rPr>
              <a:t>node </a:t>
            </a:r>
            <a:r>
              <a:rPr lang="ja-JP" sz="1400">
                <a:solidFill>
                  <a:srgbClr val="666666"/>
                </a:solidFill>
                <a:latin typeface="Consolas"/>
                <a:ea typeface="Consolas"/>
                <a:cs typeface="Consolas"/>
                <a:sym typeface="Consolas"/>
              </a:rPr>
              <a:t>=</a:t>
            </a:r>
            <a:r>
              <a:rPr lang="ja-JP" sz="1400">
                <a:solidFill>
                  <a:srgbClr val="404040"/>
                </a:solidFill>
                <a:latin typeface="Consolas"/>
                <a:ea typeface="Consolas"/>
                <a:cs typeface="Consolas"/>
                <a:sym typeface="Consolas"/>
              </a:rPr>
              <a:t> Node(</a:t>
            </a:r>
            <a:r>
              <a:rPr lang="ja-JP" sz="1400">
                <a:solidFill>
                  <a:srgbClr val="4070A0"/>
                </a:solidFill>
                <a:latin typeface="Consolas"/>
                <a:ea typeface="Consolas"/>
                <a:cs typeface="Consolas"/>
                <a:sym typeface="Consolas"/>
              </a:rPr>
              <a:t>'NodeWithLoggerService'</a:t>
            </a:r>
            <a:r>
              <a:rPr lang="ja-JP" sz="1400">
                <a:solidFill>
                  <a:srgbClr val="404040"/>
                </a:solidFill>
                <a:latin typeface="Consolas"/>
                <a:ea typeface="Consolas"/>
                <a:cs typeface="Consolas"/>
                <a:sym typeface="Consolas"/>
              </a:rPr>
              <a:t>,</a:t>
            </a:r>
            <a:br>
              <a:rPr lang="ja-JP" sz="1400">
                <a:solidFill>
                  <a:schemeClr val="dk1"/>
                </a:solidFill>
                <a:latin typeface="Consolas"/>
                <a:ea typeface="Consolas"/>
                <a:cs typeface="Consolas"/>
                <a:sym typeface="Consolas"/>
              </a:rPr>
            </a:br>
            <a:r>
              <a:rPr lang="ja-JP" sz="1400">
                <a:solidFill>
                  <a:srgbClr val="404040"/>
                </a:solidFill>
                <a:latin typeface="Consolas"/>
                <a:ea typeface="Consolas"/>
                <a:cs typeface="Consolas"/>
                <a:sym typeface="Consolas"/>
              </a:rPr>
              <a:t>  enable_logger_service</a:t>
            </a:r>
            <a:r>
              <a:rPr lang="ja-JP" sz="1400">
                <a:solidFill>
                  <a:srgbClr val="666666"/>
                </a:solidFill>
                <a:latin typeface="Consolas"/>
                <a:ea typeface="Consolas"/>
                <a:cs typeface="Consolas"/>
                <a:sym typeface="Consolas"/>
              </a:rPr>
              <a:t>=</a:t>
            </a:r>
            <a:r>
              <a:rPr lang="ja-JP" sz="1400" b="1">
                <a:solidFill>
                  <a:srgbClr val="007020"/>
                </a:solidFill>
                <a:latin typeface="Consolas"/>
                <a:ea typeface="Consolas"/>
                <a:cs typeface="Consolas"/>
                <a:sym typeface="Consolas"/>
              </a:rPr>
              <a:t>True</a:t>
            </a:r>
            <a:r>
              <a:rPr lang="ja-JP" sz="1400">
                <a:solidFill>
                  <a:srgbClr val="404040"/>
                </a:solidFill>
                <a:latin typeface="Consolas"/>
                <a:ea typeface="Consolas"/>
                <a:cs typeface="Consolas"/>
                <a:sym typeface="Consolas"/>
              </a:rPr>
              <a:t>)</a:t>
            </a:r>
            <a:endParaRPr/>
          </a:p>
          <a:p>
            <a:pPr marL="285750" marR="0" lvl="0" indent="-285750" algn="l" rtl="0">
              <a:lnSpc>
                <a:spcPct val="90000"/>
              </a:lnSpc>
              <a:spcBef>
                <a:spcPts val="400"/>
              </a:spcBef>
              <a:spcAft>
                <a:spcPts val="0"/>
              </a:spcAft>
              <a:buClr>
                <a:schemeClr val="dk1"/>
              </a:buClr>
              <a:buSzPts val="1400"/>
              <a:buFont typeface="Arial"/>
              <a:buChar char="•"/>
            </a:pPr>
            <a:r>
              <a:rPr lang="ja-JP" sz="1400" b="1">
                <a:solidFill>
                  <a:schemeClr val="dk1"/>
                </a:solidFill>
                <a:latin typeface="Arial"/>
                <a:ea typeface="Arial"/>
                <a:cs typeface="Arial"/>
                <a:sym typeface="Arial"/>
              </a:rPr>
              <a:t>C++</a:t>
            </a:r>
            <a:endParaRPr/>
          </a:p>
          <a:p>
            <a:pPr marL="285750" marR="0" lvl="0" indent="0" algn="l" rtl="0">
              <a:lnSpc>
                <a:spcPct val="90000"/>
              </a:lnSpc>
              <a:spcBef>
                <a:spcPts val="0"/>
              </a:spcBef>
              <a:spcAft>
                <a:spcPts val="0"/>
              </a:spcAft>
              <a:buClr>
                <a:srgbClr val="007020"/>
              </a:buClr>
              <a:buSzPts val="1400"/>
              <a:buFont typeface="Consolas"/>
              <a:buNone/>
            </a:pPr>
            <a:r>
              <a:rPr lang="ja-JP" sz="1400" b="1">
                <a:solidFill>
                  <a:srgbClr val="007020"/>
                </a:solidFill>
                <a:latin typeface="Consolas"/>
                <a:ea typeface="Consolas"/>
                <a:cs typeface="Consolas"/>
                <a:sym typeface="Consolas"/>
              </a:rPr>
              <a:t>auto</a:t>
            </a:r>
            <a:r>
              <a:rPr lang="ja-JP" sz="1400">
                <a:solidFill>
                  <a:srgbClr val="404040"/>
                </a:solidFill>
                <a:latin typeface="Consolas"/>
                <a:ea typeface="Consolas"/>
                <a:cs typeface="Consolas"/>
                <a:sym typeface="Consolas"/>
              </a:rPr>
              <a:t> node </a:t>
            </a:r>
            <a:r>
              <a:rPr lang="ja-JP" sz="1400">
                <a:solidFill>
                  <a:srgbClr val="666666"/>
                </a:solidFill>
                <a:latin typeface="Consolas"/>
                <a:ea typeface="Consolas"/>
                <a:cs typeface="Consolas"/>
                <a:sym typeface="Consolas"/>
              </a:rPr>
              <a:t>=</a:t>
            </a:r>
            <a:r>
              <a:rPr lang="ja-JP" sz="1400">
                <a:solidFill>
                  <a:srgbClr val="404040"/>
                </a:solidFill>
                <a:latin typeface="Consolas"/>
                <a:ea typeface="Consolas"/>
                <a:cs typeface="Consolas"/>
                <a:sym typeface="Consolas"/>
              </a:rPr>
              <a:t> std</a:t>
            </a:r>
            <a:r>
              <a:rPr lang="ja-JP" sz="1400">
                <a:solidFill>
                  <a:srgbClr val="666666"/>
                </a:solidFill>
                <a:latin typeface="Consolas"/>
                <a:ea typeface="Consolas"/>
                <a:cs typeface="Consolas"/>
                <a:sym typeface="Consolas"/>
              </a:rPr>
              <a:t>::</a:t>
            </a:r>
            <a:r>
              <a:rPr lang="ja-JP" sz="1400">
                <a:solidFill>
                  <a:srgbClr val="404040"/>
                </a:solidFill>
                <a:latin typeface="Consolas"/>
                <a:ea typeface="Consolas"/>
                <a:cs typeface="Consolas"/>
                <a:sym typeface="Consolas"/>
              </a:rPr>
              <a:t>make_shared</a:t>
            </a:r>
            <a:r>
              <a:rPr lang="ja-JP" sz="1400">
                <a:solidFill>
                  <a:srgbClr val="666666"/>
                </a:solidFill>
                <a:latin typeface="Consolas"/>
                <a:ea typeface="Consolas"/>
                <a:cs typeface="Consolas"/>
                <a:sym typeface="Consolas"/>
              </a:rPr>
              <a:t>&lt;</a:t>
            </a:r>
            <a:r>
              <a:rPr lang="ja-JP" sz="1400">
                <a:solidFill>
                  <a:srgbClr val="404040"/>
                </a:solidFill>
                <a:latin typeface="Consolas"/>
                <a:ea typeface="Consolas"/>
                <a:cs typeface="Consolas"/>
                <a:sym typeface="Consolas"/>
              </a:rPr>
              <a:t>rclcpp</a:t>
            </a:r>
            <a:r>
              <a:rPr lang="ja-JP" sz="1400">
                <a:solidFill>
                  <a:srgbClr val="666666"/>
                </a:solidFill>
                <a:latin typeface="Consolas"/>
                <a:ea typeface="Consolas"/>
                <a:cs typeface="Consolas"/>
                <a:sym typeface="Consolas"/>
              </a:rPr>
              <a:t>::</a:t>
            </a:r>
            <a:r>
              <a:rPr lang="ja-JP" sz="1400">
                <a:solidFill>
                  <a:srgbClr val="404040"/>
                </a:solidFill>
                <a:latin typeface="Consolas"/>
                <a:ea typeface="Consolas"/>
                <a:cs typeface="Consolas"/>
                <a:sym typeface="Consolas"/>
              </a:rPr>
              <a:t>Node</a:t>
            </a:r>
            <a:r>
              <a:rPr lang="ja-JP" sz="1400">
                <a:solidFill>
                  <a:srgbClr val="666666"/>
                </a:solidFill>
                <a:latin typeface="Consolas"/>
                <a:ea typeface="Consolas"/>
                <a:cs typeface="Consolas"/>
                <a:sym typeface="Consolas"/>
              </a:rPr>
              <a:t>&gt;</a:t>
            </a:r>
            <a:br>
              <a:rPr lang="ja-JP" sz="1400">
                <a:solidFill>
                  <a:schemeClr val="dk1"/>
                </a:solidFill>
                <a:latin typeface="Consolas"/>
                <a:ea typeface="Consolas"/>
                <a:cs typeface="Consolas"/>
                <a:sym typeface="Consolas"/>
              </a:rPr>
            </a:br>
            <a:r>
              <a:rPr lang="ja-JP" sz="1400">
                <a:solidFill>
                  <a:srgbClr val="404040"/>
                </a:solidFill>
                <a:latin typeface="Consolas"/>
                <a:ea typeface="Consolas"/>
                <a:cs typeface="Consolas"/>
                <a:sym typeface="Consolas"/>
              </a:rPr>
              <a:t>  (</a:t>
            </a:r>
            <a:r>
              <a:rPr lang="ja-JP" sz="1400">
                <a:solidFill>
                  <a:srgbClr val="4070A0"/>
                </a:solidFill>
                <a:latin typeface="Consolas"/>
                <a:ea typeface="Consolas"/>
                <a:cs typeface="Consolas"/>
                <a:sym typeface="Consolas"/>
              </a:rPr>
              <a:t>"NodeWithLoggerService"</a:t>
            </a:r>
            <a:r>
              <a:rPr lang="ja-JP" sz="1400">
                <a:solidFill>
                  <a:srgbClr val="404040"/>
                </a:solidFill>
                <a:latin typeface="Consolas"/>
                <a:ea typeface="Consolas"/>
                <a:cs typeface="Consolas"/>
                <a:sym typeface="Consolas"/>
              </a:rPr>
              <a:t>,</a:t>
            </a:r>
            <a:br>
              <a:rPr lang="ja-JP" sz="1400">
                <a:solidFill>
                  <a:schemeClr val="dk1"/>
                </a:solidFill>
                <a:latin typeface="Consolas"/>
                <a:ea typeface="Consolas"/>
                <a:cs typeface="Consolas"/>
                <a:sym typeface="Consolas"/>
              </a:rPr>
            </a:br>
            <a:r>
              <a:rPr lang="ja-JP" sz="1400">
                <a:solidFill>
                  <a:srgbClr val="404040"/>
                </a:solidFill>
                <a:latin typeface="Consolas"/>
                <a:ea typeface="Consolas"/>
                <a:cs typeface="Consolas"/>
                <a:sym typeface="Consolas"/>
              </a:rPr>
              <a:t>  rclcpp</a:t>
            </a:r>
            <a:r>
              <a:rPr lang="ja-JP" sz="1400">
                <a:solidFill>
                  <a:srgbClr val="666666"/>
                </a:solidFill>
                <a:latin typeface="Consolas"/>
                <a:ea typeface="Consolas"/>
                <a:cs typeface="Consolas"/>
                <a:sym typeface="Consolas"/>
              </a:rPr>
              <a:t>::</a:t>
            </a:r>
            <a:r>
              <a:rPr lang="ja-JP" sz="1400">
                <a:solidFill>
                  <a:srgbClr val="404040"/>
                </a:solidFill>
                <a:latin typeface="Consolas"/>
                <a:ea typeface="Consolas"/>
                <a:cs typeface="Consolas"/>
                <a:sym typeface="Consolas"/>
              </a:rPr>
              <a:t>NodeOptions()</a:t>
            </a:r>
            <a:br>
              <a:rPr lang="ja-JP" sz="1400">
                <a:solidFill>
                  <a:schemeClr val="dk1"/>
                </a:solidFill>
                <a:latin typeface="Consolas"/>
                <a:ea typeface="Consolas"/>
                <a:cs typeface="Consolas"/>
                <a:sym typeface="Consolas"/>
              </a:rPr>
            </a:br>
            <a:r>
              <a:rPr lang="ja-JP" sz="1400">
                <a:solidFill>
                  <a:srgbClr val="404040"/>
                </a:solidFill>
                <a:latin typeface="Consolas"/>
                <a:ea typeface="Consolas"/>
                <a:cs typeface="Consolas"/>
                <a:sym typeface="Consolas"/>
              </a:rPr>
              <a:t>    .</a:t>
            </a:r>
            <a:r>
              <a:rPr lang="ja-JP" sz="1400" b="1">
                <a:solidFill>
                  <a:srgbClr val="404040"/>
                </a:solidFill>
                <a:latin typeface="Consolas"/>
                <a:ea typeface="Consolas"/>
                <a:cs typeface="Consolas"/>
                <a:sym typeface="Consolas"/>
              </a:rPr>
              <a:t>enable_logger_service</a:t>
            </a:r>
            <a:r>
              <a:rPr lang="ja-JP" sz="1400">
                <a:solidFill>
                  <a:srgbClr val="404040"/>
                </a:solidFill>
                <a:latin typeface="Consolas"/>
                <a:ea typeface="Consolas"/>
                <a:cs typeface="Consolas"/>
                <a:sym typeface="Consolas"/>
              </a:rPr>
              <a:t>(</a:t>
            </a:r>
            <a:r>
              <a:rPr lang="ja-JP" sz="1400">
                <a:solidFill>
                  <a:srgbClr val="007020"/>
                </a:solidFill>
                <a:latin typeface="Consolas"/>
                <a:ea typeface="Consolas"/>
                <a:cs typeface="Consolas"/>
                <a:sym typeface="Consolas"/>
              </a:rPr>
              <a:t>true</a:t>
            </a:r>
            <a:r>
              <a:rPr lang="ja-JP" sz="1400">
                <a:solidFill>
                  <a:srgbClr val="404040"/>
                </a:solidFill>
                <a:latin typeface="Consolas"/>
                <a:ea typeface="Consolas"/>
                <a:cs typeface="Consolas"/>
                <a:sym typeface="Consolas"/>
              </a:rPr>
              <a:t>))</a:t>
            </a:r>
            <a:endParaRPr/>
          </a:p>
        </p:txBody>
      </p:sp>
      <p:pic>
        <p:nvPicPr>
          <p:cNvPr id="2" name="loglevel_change_classic">
            <a:hlinkClick r:id="" action="ppaction://media"/>
            <a:extLst>
              <a:ext uri="{FF2B5EF4-FFF2-40B4-BE49-F238E27FC236}">
                <a16:creationId xmlns:a16="http://schemas.microsoft.com/office/drawing/2014/main" id="{C9FA5DFE-75C7-6FB2-1D2E-D7FB50707C89}"/>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238017" y="2970609"/>
            <a:ext cx="11715965" cy="659023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6332"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2"/>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2"/>
                                        </p:tgtEl>
                                      </p:cBhvr>
                                    </p:cmd>
                                  </p:childTnLst>
                                </p:cTn>
                              </p:par>
                            </p:childTnLst>
                          </p:cTn>
                        </p:par>
                      </p:childTnLst>
                    </p:cTn>
                  </p:par>
                </p:childTnLst>
              </p:cTn>
              <p:nextCondLst>
                <p:cond evt="onClick" delay="0">
                  <p:tgtEl>
                    <p:spTgt spid="2"/>
                  </p:tgtEl>
                </p:cond>
              </p:nextCondLst>
            </p:seq>
            <p:video>
              <p:cMediaNode vol="80000">
                <p:cTn id="12" fill="hold" display="0">
                  <p:stCondLst>
                    <p:cond delay="indefinite"/>
                  </p:stCondLst>
                </p:cTn>
                <p:tgtEl>
                  <p:spTgt spid="2"/>
                </p:tgtEl>
              </p:cMediaNode>
            </p:vide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6"/>
          <p:cNvSpPr txBox="1">
            <a:spLocks noGrp="1"/>
          </p:cNvSpPr>
          <p:nvPr>
            <p:ph type="title"/>
          </p:nvPr>
        </p:nvSpPr>
        <p:spPr>
          <a:xfrm>
            <a:off x="431372" y="10491"/>
            <a:ext cx="11760627" cy="706595"/>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200"/>
              <a:buFont typeface="Arial"/>
              <a:buNone/>
            </a:pPr>
            <a:r>
              <a:rPr lang="ja-JP"/>
              <a:t>Our Contributions</a:t>
            </a:r>
            <a:endParaRPr/>
          </a:p>
        </p:txBody>
      </p:sp>
      <p:sp>
        <p:nvSpPr>
          <p:cNvPr id="201" name="Google Shape;201;p6"/>
          <p:cNvSpPr txBox="1">
            <a:spLocks noGrp="1"/>
          </p:cNvSpPr>
          <p:nvPr>
            <p:ph type="body" idx="1"/>
          </p:nvPr>
        </p:nvSpPr>
        <p:spPr>
          <a:xfrm>
            <a:off x="431373" y="739894"/>
            <a:ext cx="11521867" cy="5584707"/>
          </a:xfrm>
          <a:prstGeom prst="rect">
            <a:avLst/>
          </a:prstGeom>
          <a:noFill/>
          <a:ln>
            <a:noFill/>
          </a:ln>
        </p:spPr>
        <p:txBody>
          <a:bodyPr spcFirstLastPara="1" wrap="square" lIns="91425" tIns="45700" rIns="91425" bIns="45700" anchor="t" anchorCtr="0">
            <a:normAutofit/>
          </a:bodyPr>
          <a:lstStyle/>
          <a:p>
            <a:pPr marL="257168" lvl="0" indent="-257168" algn="l" rtl="0">
              <a:spcBef>
                <a:spcPts val="0"/>
              </a:spcBef>
              <a:spcAft>
                <a:spcPts val="0"/>
              </a:spcAft>
              <a:buSzPts val="2400"/>
              <a:buFont typeface="Noto Sans Symbols"/>
              <a:buChar char="✔"/>
            </a:pPr>
            <a:r>
              <a:rPr lang="ja-JP"/>
              <a:t> Developed the CLI </a:t>
            </a:r>
            <a:r>
              <a:rPr lang="ja-JP" b="1">
                <a:solidFill>
                  <a:srgbClr val="FF0000"/>
                </a:solidFill>
              </a:rPr>
              <a:t>ros2log </a:t>
            </a:r>
            <a:r>
              <a:rPr lang="ja-JP"/>
              <a:t>to unify ROS 2 log control</a:t>
            </a:r>
            <a:endParaRPr/>
          </a:p>
          <a:p>
            <a:pPr marL="257168" lvl="0" indent="-257168" algn="l" rtl="0">
              <a:spcBef>
                <a:spcPts val="480"/>
              </a:spcBef>
              <a:spcAft>
                <a:spcPts val="0"/>
              </a:spcAft>
              <a:buSzPts val="2400"/>
              <a:buFont typeface="Noto Sans Symbols"/>
              <a:buChar char="✔"/>
            </a:pPr>
            <a:r>
              <a:rPr lang="ja-JP"/>
              <a:t> Proposed as </a:t>
            </a:r>
            <a:r>
              <a:rPr lang="ja-JP" b="1">
                <a:solidFill>
                  <a:srgbClr val="FF0000"/>
                </a:solidFill>
              </a:rPr>
              <a:t>REP-0156</a:t>
            </a:r>
            <a:r>
              <a:rPr lang="ja-JP"/>
              <a:t> in the official standardization process</a:t>
            </a:r>
            <a:endParaRPr/>
          </a:p>
        </p:txBody>
      </p:sp>
      <p:sp>
        <p:nvSpPr>
          <p:cNvPr id="202" name="Google Shape;202;p6"/>
          <p:cNvSpPr txBox="1">
            <a:spLocks noGrp="1"/>
          </p:cNvSpPr>
          <p:nvPr>
            <p:ph type="sldNum" idx="12"/>
          </p:nvPr>
        </p:nvSpPr>
        <p:spPr>
          <a:xfrm>
            <a:off x="9348335" y="6535795"/>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ltLang="ja-JP"/>
              <a:t>6</a:t>
            </a:fld>
            <a:r>
              <a:rPr lang="ja-JP"/>
              <a:t>/20</a:t>
            </a:r>
            <a:endParaRPr/>
          </a:p>
        </p:txBody>
      </p:sp>
      <p:grpSp>
        <p:nvGrpSpPr>
          <p:cNvPr id="203" name="Google Shape;203;p6"/>
          <p:cNvGrpSpPr/>
          <p:nvPr/>
        </p:nvGrpSpPr>
        <p:grpSpPr>
          <a:xfrm>
            <a:off x="2989632" y="1891739"/>
            <a:ext cx="6212737" cy="4644056"/>
            <a:chOff x="2588363" y="1703353"/>
            <a:chExt cx="6212737" cy="4644056"/>
          </a:xfrm>
        </p:grpSpPr>
        <p:pic>
          <p:nvPicPr>
            <p:cNvPr id="204" name="Google Shape;204;p6"/>
            <p:cNvPicPr preferRelativeResize="0"/>
            <p:nvPr/>
          </p:nvPicPr>
          <p:blipFill rotWithShape="1">
            <a:blip r:embed="rId3">
              <a:alphaModFix/>
            </a:blip>
            <a:srcRect b="21945"/>
            <a:stretch/>
          </p:blipFill>
          <p:spPr>
            <a:xfrm>
              <a:off x="2588363" y="1703353"/>
              <a:ext cx="6212737" cy="4092583"/>
            </a:xfrm>
            <a:prstGeom prst="rect">
              <a:avLst/>
            </a:prstGeom>
            <a:noFill/>
            <a:ln w="9525" cap="flat" cmpd="sng">
              <a:solidFill>
                <a:schemeClr val="dk1"/>
              </a:solidFill>
              <a:prstDash val="solid"/>
              <a:round/>
              <a:headEnd type="none" w="sm" len="sm"/>
              <a:tailEnd type="none" w="sm" len="sm"/>
            </a:ln>
          </p:spPr>
        </p:pic>
        <p:sp>
          <p:nvSpPr>
            <p:cNvPr id="205" name="Google Shape;205;p6"/>
            <p:cNvSpPr txBox="1"/>
            <p:nvPr/>
          </p:nvSpPr>
          <p:spPr>
            <a:xfrm>
              <a:off x="2630856" y="5885744"/>
              <a:ext cx="6127750"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ja-JP" sz="2400" b="1">
                  <a:solidFill>
                    <a:schemeClr val="dk1"/>
                  </a:solidFill>
                  <a:latin typeface="Arial"/>
                  <a:ea typeface="Arial"/>
                  <a:cs typeface="Arial"/>
                  <a:sym typeface="Arial"/>
                </a:rPr>
                <a:t>Available from ROS 2 Lyrical</a:t>
              </a:r>
              <a:r>
                <a:rPr lang="ja-JP" sz="2400">
                  <a:solidFill>
                    <a:schemeClr val="dk1"/>
                  </a:solidFill>
                  <a:latin typeface="Arial"/>
                  <a:ea typeface="Arial"/>
                  <a:cs typeface="Arial"/>
                  <a:sym typeface="Arial"/>
                </a:rPr>
                <a:t> onward </a:t>
              </a:r>
              <a:r>
                <a:rPr lang="ja-JP" sz="2400" b="1">
                  <a:solidFill>
                    <a:schemeClr val="dk1"/>
                  </a:solidFill>
                  <a:latin typeface="Arial"/>
                  <a:ea typeface="Arial"/>
                  <a:cs typeface="Arial"/>
                  <a:sym typeface="Arial"/>
                </a:rPr>
                <a:t>🚀</a:t>
              </a:r>
              <a:endParaRPr sz="1800">
                <a:solidFill>
                  <a:schemeClr val="dk1"/>
                </a:solidFill>
                <a:latin typeface="Arial"/>
                <a:ea typeface="Arial"/>
                <a:cs typeface="Arial"/>
                <a:sym typeface="Arial"/>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pic>
        <p:nvPicPr>
          <p:cNvPr id="2" name="2026-07-29 17-18-29">
            <a:hlinkClick r:id="" action="ppaction://media"/>
            <a:extLst>
              <a:ext uri="{FF2B5EF4-FFF2-40B4-BE49-F238E27FC236}">
                <a16:creationId xmlns:a16="http://schemas.microsoft.com/office/drawing/2014/main" id="{45E94CA0-80CE-7336-0E40-1238D77444B1}"/>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61925" y="1214120"/>
            <a:ext cx="11868150" cy="6675834"/>
          </a:xfrm>
          <a:prstGeom prst="rect">
            <a:avLst/>
          </a:prstGeom>
        </p:spPr>
      </p:pic>
      <p:sp>
        <p:nvSpPr>
          <p:cNvPr id="211" name="Google Shape;211;p7"/>
          <p:cNvSpPr txBox="1">
            <a:spLocks noGrp="1"/>
          </p:cNvSpPr>
          <p:nvPr>
            <p:ph type="title"/>
          </p:nvPr>
        </p:nvSpPr>
        <p:spPr>
          <a:xfrm>
            <a:off x="431372" y="10491"/>
            <a:ext cx="11760627" cy="706595"/>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200"/>
              <a:buFont typeface="Arial"/>
              <a:buNone/>
            </a:pPr>
            <a:r>
              <a:rPr lang="ja-JP"/>
              <a:t>Usage Example</a:t>
            </a:r>
            <a:endParaRPr/>
          </a:p>
        </p:txBody>
      </p:sp>
      <p:sp>
        <p:nvSpPr>
          <p:cNvPr id="212" name="Google Shape;212;p7"/>
          <p:cNvSpPr txBox="1">
            <a:spLocks noGrp="1"/>
          </p:cNvSpPr>
          <p:nvPr>
            <p:ph type="body" idx="1"/>
          </p:nvPr>
        </p:nvSpPr>
        <p:spPr>
          <a:xfrm>
            <a:off x="431373" y="739894"/>
            <a:ext cx="11329259" cy="5584707"/>
          </a:xfrm>
          <a:prstGeom prst="rect">
            <a:avLst/>
          </a:prstGeom>
          <a:noFill/>
          <a:ln>
            <a:noFill/>
          </a:ln>
        </p:spPr>
        <p:txBody>
          <a:bodyPr spcFirstLastPara="1" wrap="square" lIns="91425" tIns="45700" rIns="91425" bIns="45700" anchor="t" anchorCtr="0">
            <a:normAutofit/>
          </a:bodyPr>
          <a:lstStyle/>
          <a:p>
            <a:pPr marL="257168" lvl="0" indent="-257168" algn="l" rtl="0">
              <a:spcBef>
                <a:spcPts val="0"/>
              </a:spcBef>
              <a:spcAft>
                <a:spcPts val="0"/>
              </a:spcAft>
              <a:buClr>
                <a:schemeClr val="dk2"/>
              </a:buClr>
              <a:buSzPts val="2400"/>
              <a:buFont typeface="Noto Sans Symbols"/>
              <a:buChar char="■"/>
            </a:pPr>
            <a:r>
              <a:rPr lang="ja-JP"/>
              <a:t>ros2 log watch --regex controller</a:t>
            </a:r>
            <a:endParaRPr/>
          </a:p>
        </p:txBody>
      </p:sp>
      <p:sp>
        <p:nvSpPr>
          <p:cNvPr id="214" name="Google Shape;214;p7"/>
          <p:cNvSpPr txBox="1"/>
          <p:nvPr/>
        </p:nvSpPr>
        <p:spPr>
          <a:xfrm>
            <a:off x="8741633" y="4019550"/>
            <a:ext cx="1604927" cy="461665"/>
          </a:xfrm>
          <a:prstGeom prst="rect">
            <a:avLst/>
          </a:prstGeom>
          <a:solidFill>
            <a:schemeClr val="lt1"/>
          </a:solidFill>
          <a:ln w="9525" cap="flat" cmpd="sng">
            <a:solidFill>
              <a:srgbClr val="FF0000"/>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ja-JP" sz="2400">
                <a:solidFill>
                  <a:srgbClr val="FF0000"/>
                </a:solidFill>
                <a:latin typeface="Arial"/>
                <a:ea typeface="Arial"/>
                <a:cs typeface="Arial"/>
                <a:sym typeface="Arial"/>
              </a:rPr>
              <a:t>Filter logs!</a:t>
            </a:r>
            <a:endParaRPr/>
          </a:p>
        </p:txBody>
      </p:sp>
      <p:sp>
        <p:nvSpPr>
          <p:cNvPr id="215" name="Google Shape;215;p7"/>
          <p:cNvSpPr txBox="1">
            <a:spLocks noGrp="1"/>
          </p:cNvSpPr>
          <p:nvPr>
            <p:ph type="sldNum" idx="12"/>
          </p:nvPr>
        </p:nvSpPr>
        <p:spPr>
          <a:xfrm>
            <a:off x="9348335" y="6535795"/>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ltLang="ja-JP"/>
              <a:t>7</a:t>
            </a:fld>
            <a:r>
              <a:rPr lang="ja-JP"/>
              <a:t>/20</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5083"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2"/>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2"/>
                                        </p:tgtEl>
                                      </p:cBhvr>
                                    </p:cmd>
                                  </p:childTnLst>
                                </p:cTn>
                              </p:par>
                            </p:childTnLst>
                          </p:cTn>
                        </p:par>
                      </p:childTnLst>
                    </p:cTn>
                  </p:par>
                </p:childTnLst>
              </p:cTn>
              <p:nextCondLst>
                <p:cond evt="onClick" delay="0">
                  <p:tgtEl>
                    <p:spTgt spid="2"/>
                  </p:tgtEl>
                </p:cond>
              </p:nextCondLst>
            </p:seq>
            <p:video>
              <p:cMediaNode vol="80000">
                <p:cTn id="12" fill="hold" display="0">
                  <p:stCondLst>
                    <p:cond delay="indefinite"/>
                  </p:stCondLst>
                </p:cTn>
                <p:tgtEl>
                  <p:spTgt spid="2"/>
                </p:tgtEl>
              </p:cMediaNode>
            </p:vide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pic>
        <p:nvPicPr>
          <p:cNvPr id="2" name="ros2log_level_demo">
            <a:hlinkClick r:id="" action="ppaction://media"/>
            <a:extLst>
              <a:ext uri="{FF2B5EF4-FFF2-40B4-BE49-F238E27FC236}">
                <a16:creationId xmlns:a16="http://schemas.microsoft.com/office/drawing/2014/main" id="{EDD433E1-A00F-E2F3-EECA-4DBA340B6FA1}"/>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61925" y="1223307"/>
            <a:ext cx="11868150" cy="6675834"/>
          </a:xfrm>
          <a:prstGeom prst="rect">
            <a:avLst/>
          </a:prstGeom>
        </p:spPr>
      </p:pic>
      <p:sp>
        <p:nvSpPr>
          <p:cNvPr id="221" name="Google Shape;221;p8"/>
          <p:cNvSpPr txBox="1">
            <a:spLocks noGrp="1"/>
          </p:cNvSpPr>
          <p:nvPr>
            <p:ph type="title"/>
          </p:nvPr>
        </p:nvSpPr>
        <p:spPr>
          <a:xfrm>
            <a:off x="431372" y="10491"/>
            <a:ext cx="11760627" cy="706595"/>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200"/>
              <a:buFont typeface="Arial"/>
              <a:buNone/>
            </a:pPr>
            <a:r>
              <a:rPr lang="ja-JP"/>
              <a:t>Usage Example</a:t>
            </a:r>
            <a:endParaRPr/>
          </a:p>
        </p:txBody>
      </p:sp>
      <p:sp>
        <p:nvSpPr>
          <p:cNvPr id="222" name="Google Shape;222;p8"/>
          <p:cNvSpPr txBox="1">
            <a:spLocks noGrp="1"/>
          </p:cNvSpPr>
          <p:nvPr>
            <p:ph type="body" idx="1"/>
          </p:nvPr>
        </p:nvSpPr>
        <p:spPr>
          <a:xfrm>
            <a:off x="431373" y="739894"/>
            <a:ext cx="11329259" cy="5584707"/>
          </a:xfrm>
          <a:prstGeom prst="rect">
            <a:avLst/>
          </a:prstGeom>
          <a:noFill/>
          <a:ln>
            <a:noFill/>
          </a:ln>
        </p:spPr>
        <p:txBody>
          <a:bodyPr spcFirstLastPara="1" wrap="square" lIns="91425" tIns="45700" rIns="91425" bIns="45700" anchor="t" anchorCtr="0">
            <a:normAutofit/>
          </a:bodyPr>
          <a:lstStyle/>
          <a:p>
            <a:pPr marL="257168" lvl="0" indent="-257168" algn="l" rtl="0">
              <a:spcBef>
                <a:spcPts val="0"/>
              </a:spcBef>
              <a:spcAft>
                <a:spcPts val="0"/>
              </a:spcAft>
              <a:buClr>
                <a:schemeClr val="dk2"/>
              </a:buClr>
              <a:buSzPts val="2400"/>
              <a:buFont typeface="Noto Sans Symbols"/>
              <a:buChar char="■"/>
            </a:pPr>
            <a:r>
              <a:rPr lang="ja-JP"/>
              <a:t>ros2 log set /controller_server DEBUG</a:t>
            </a:r>
            <a:endParaRPr/>
          </a:p>
        </p:txBody>
      </p:sp>
      <p:sp>
        <p:nvSpPr>
          <p:cNvPr id="223" name="Google Shape;223;p8"/>
          <p:cNvSpPr txBox="1"/>
          <p:nvPr/>
        </p:nvSpPr>
        <p:spPr>
          <a:xfrm>
            <a:off x="7016161" y="95688"/>
            <a:ext cx="4826001" cy="1077218"/>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ja-JP" sz="1600">
                <a:solidFill>
                  <a:schemeClr val="dk1"/>
                </a:solidFill>
                <a:latin typeface="Arial"/>
                <a:ea typeface="Arial"/>
                <a:cs typeface="Arial"/>
                <a:sym typeface="Arial"/>
              </a:rPr>
              <a:t>ros2 service call \</a:t>
            </a:r>
            <a:endParaRPr/>
          </a:p>
          <a:p>
            <a:pPr marL="0" marR="0" lvl="0" indent="0" algn="l" rtl="0">
              <a:spcBef>
                <a:spcPts val="0"/>
              </a:spcBef>
              <a:spcAft>
                <a:spcPts val="0"/>
              </a:spcAft>
              <a:buNone/>
            </a:pPr>
            <a:r>
              <a:rPr lang="ja-JP" sz="1600">
                <a:solidFill>
                  <a:schemeClr val="dk1"/>
                </a:solidFill>
                <a:latin typeface="Arial"/>
                <a:ea typeface="Arial"/>
                <a:cs typeface="Arial"/>
                <a:sym typeface="Arial"/>
              </a:rPr>
              <a:t>  /controller_server/set_logger_levels \</a:t>
            </a:r>
            <a:endParaRPr/>
          </a:p>
          <a:p>
            <a:pPr marL="0" marR="0" lvl="0" indent="0" algn="l" rtl="0">
              <a:spcBef>
                <a:spcPts val="0"/>
              </a:spcBef>
              <a:spcAft>
                <a:spcPts val="0"/>
              </a:spcAft>
              <a:buNone/>
            </a:pPr>
            <a:r>
              <a:rPr lang="ja-JP" sz="1600">
                <a:solidFill>
                  <a:schemeClr val="dk1"/>
                </a:solidFill>
                <a:latin typeface="Arial"/>
                <a:ea typeface="Arial"/>
                <a:cs typeface="Arial"/>
                <a:sym typeface="Arial"/>
              </a:rPr>
              <a:t>  rcl_interfaces/srv/SetLoggerLevels \</a:t>
            </a:r>
            <a:endParaRPr/>
          </a:p>
          <a:p>
            <a:pPr marL="0" marR="0" lvl="0" indent="0" algn="l" rtl="0">
              <a:spcBef>
                <a:spcPts val="0"/>
              </a:spcBef>
              <a:spcAft>
                <a:spcPts val="0"/>
              </a:spcAft>
              <a:buNone/>
            </a:pPr>
            <a:r>
              <a:rPr lang="ja-JP" sz="1600">
                <a:solidFill>
                  <a:schemeClr val="dk1"/>
                </a:solidFill>
                <a:latin typeface="Arial"/>
                <a:ea typeface="Arial"/>
                <a:cs typeface="Arial"/>
                <a:sym typeface="Arial"/>
              </a:rPr>
              <a:t>  "{levels: [{name: controller_server, level: 10}]}"</a:t>
            </a:r>
            <a:endParaRPr/>
          </a:p>
        </p:txBody>
      </p:sp>
      <p:sp>
        <p:nvSpPr>
          <p:cNvPr id="224" name="Google Shape;224;p8"/>
          <p:cNvSpPr txBox="1"/>
          <p:nvPr/>
        </p:nvSpPr>
        <p:spPr>
          <a:xfrm>
            <a:off x="5029200" y="183695"/>
            <a:ext cx="191590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sz="1800">
                <a:solidFill>
                  <a:schemeClr val="dk1"/>
                </a:solidFill>
                <a:latin typeface="Arial"/>
                <a:ea typeface="Arial"/>
                <a:cs typeface="Arial"/>
                <a:sym typeface="Arial"/>
              </a:rPr>
              <a:t>Old command →</a:t>
            </a:r>
            <a:endParaRPr/>
          </a:p>
        </p:txBody>
      </p:sp>
      <p:sp>
        <p:nvSpPr>
          <p:cNvPr id="226" name="Google Shape;226;p8"/>
          <p:cNvSpPr txBox="1"/>
          <p:nvPr/>
        </p:nvSpPr>
        <p:spPr>
          <a:xfrm>
            <a:off x="8741633" y="4019550"/>
            <a:ext cx="2101857" cy="461665"/>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ja-JP" sz="2400">
                <a:solidFill>
                  <a:srgbClr val="FF0000"/>
                </a:solidFill>
                <a:latin typeface="Arial"/>
                <a:ea typeface="Arial"/>
                <a:cs typeface="Arial"/>
                <a:sym typeface="Arial"/>
              </a:rPr>
              <a:t>Set log levels!</a:t>
            </a:r>
            <a:endParaRPr/>
          </a:p>
        </p:txBody>
      </p:sp>
      <p:sp>
        <p:nvSpPr>
          <p:cNvPr id="227" name="Google Shape;227;p8"/>
          <p:cNvSpPr txBox="1">
            <a:spLocks noGrp="1"/>
          </p:cNvSpPr>
          <p:nvPr>
            <p:ph type="sldNum" idx="12"/>
          </p:nvPr>
        </p:nvSpPr>
        <p:spPr>
          <a:xfrm>
            <a:off x="9348335" y="6535795"/>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ltLang="ja-JP"/>
              <a:t>8</a:t>
            </a:fld>
            <a:r>
              <a:rPr lang="ja-JP"/>
              <a:t>/20</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7166"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2"/>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2"/>
                                        </p:tgtEl>
                                      </p:cBhvr>
                                    </p:cmd>
                                  </p:childTnLst>
                                </p:cTn>
                              </p:par>
                            </p:childTnLst>
                          </p:cTn>
                        </p:par>
                      </p:childTnLst>
                    </p:cTn>
                  </p:par>
                </p:childTnLst>
              </p:cTn>
              <p:nextCondLst>
                <p:cond evt="onClick" delay="0">
                  <p:tgtEl>
                    <p:spTgt spid="2"/>
                  </p:tgtEl>
                </p:cond>
              </p:nextCondLst>
            </p:seq>
            <p:video>
              <p:cMediaNode vol="80000">
                <p:cTn id="12" fill="hold" display="0">
                  <p:stCondLst>
                    <p:cond delay="indefinite"/>
                  </p:stCondLst>
                </p:cTn>
                <p:tgtEl>
                  <p:spTgt spid="2"/>
                </p:tgtEl>
              </p:cMediaNode>
            </p:vide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pic>
        <p:nvPicPr>
          <p:cNvPr id="2" name="ros2log_watch_denug">
            <a:hlinkClick r:id="" action="ppaction://media"/>
            <a:extLst>
              <a:ext uri="{FF2B5EF4-FFF2-40B4-BE49-F238E27FC236}">
                <a16:creationId xmlns:a16="http://schemas.microsoft.com/office/drawing/2014/main" id="{9A02DE8E-3A87-C8EA-4AF8-51CE32181E24}"/>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61925" y="1214120"/>
            <a:ext cx="11868150" cy="6675834"/>
          </a:xfrm>
          <a:prstGeom prst="rect">
            <a:avLst/>
          </a:prstGeom>
        </p:spPr>
      </p:pic>
      <p:sp>
        <p:nvSpPr>
          <p:cNvPr id="233" name="Google Shape;233;p9"/>
          <p:cNvSpPr txBox="1">
            <a:spLocks noGrp="1"/>
          </p:cNvSpPr>
          <p:nvPr>
            <p:ph type="title"/>
          </p:nvPr>
        </p:nvSpPr>
        <p:spPr>
          <a:xfrm>
            <a:off x="431372" y="10491"/>
            <a:ext cx="11760627" cy="706595"/>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200"/>
              <a:buFont typeface="Arial"/>
              <a:buNone/>
            </a:pPr>
            <a:r>
              <a:rPr lang="ja-JP"/>
              <a:t>Usage Example</a:t>
            </a:r>
            <a:endParaRPr/>
          </a:p>
        </p:txBody>
      </p:sp>
      <p:sp>
        <p:nvSpPr>
          <p:cNvPr id="234" name="Google Shape;234;p9"/>
          <p:cNvSpPr txBox="1">
            <a:spLocks noGrp="1"/>
          </p:cNvSpPr>
          <p:nvPr>
            <p:ph type="body" idx="1"/>
          </p:nvPr>
        </p:nvSpPr>
        <p:spPr>
          <a:xfrm>
            <a:off x="431373" y="739894"/>
            <a:ext cx="11329259" cy="5584707"/>
          </a:xfrm>
          <a:prstGeom prst="rect">
            <a:avLst/>
          </a:prstGeom>
          <a:noFill/>
          <a:ln>
            <a:noFill/>
          </a:ln>
        </p:spPr>
        <p:txBody>
          <a:bodyPr spcFirstLastPara="1" wrap="square" lIns="91425" tIns="45700" rIns="91425" bIns="45700" anchor="t" anchorCtr="0">
            <a:normAutofit/>
          </a:bodyPr>
          <a:lstStyle/>
          <a:p>
            <a:pPr marL="257168" lvl="0" indent="-257168" algn="l" rtl="0">
              <a:spcBef>
                <a:spcPts val="0"/>
              </a:spcBef>
              <a:spcAft>
                <a:spcPts val="0"/>
              </a:spcAft>
              <a:buClr>
                <a:schemeClr val="dk2"/>
              </a:buClr>
              <a:buSzPts val="2400"/>
              <a:buFont typeface="Noto Sans Symbols"/>
              <a:buChar char="■"/>
            </a:pPr>
            <a:r>
              <a:rPr lang="ja-JP"/>
              <a:t>ros2 log watch --logger controller_server --level DEBUG</a:t>
            </a:r>
            <a:endParaRPr/>
          </a:p>
        </p:txBody>
      </p:sp>
      <p:sp>
        <p:nvSpPr>
          <p:cNvPr id="236" name="Google Shape;236;p9"/>
          <p:cNvSpPr txBox="1"/>
          <p:nvPr/>
        </p:nvSpPr>
        <p:spPr>
          <a:xfrm>
            <a:off x="8741633" y="4019550"/>
            <a:ext cx="1604927" cy="461665"/>
          </a:xfrm>
          <a:prstGeom prst="rect">
            <a:avLst/>
          </a:prstGeom>
          <a:solidFill>
            <a:schemeClr val="lt1"/>
          </a:solidFill>
          <a:ln w="9525" cap="flat" cmpd="sng">
            <a:solidFill>
              <a:srgbClr val="FF0000"/>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ja-JP" sz="2400" dirty="0">
                <a:solidFill>
                  <a:srgbClr val="FF0000"/>
                </a:solidFill>
                <a:latin typeface="Arial"/>
                <a:ea typeface="Arial"/>
                <a:cs typeface="Arial"/>
                <a:sym typeface="Arial"/>
              </a:rPr>
              <a:t>Filter logs!</a:t>
            </a:r>
            <a:endParaRPr dirty="0"/>
          </a:p>
        </p:txBody>
      </p:sp>
      <p:sp>
        <p:nvSpPr>
          <p:cNvPr id="237" name="Google Shape;237;p9"/>
          <p:cNvSpPr txBox="1">
            <a:spLocks noGrp="1"/>
          </p:cNvSpPr>
          <p:nvPr>
            <p:ph type="sldNum" idx="12"/>
          </p:nvPr>
        </p:nvSpPr>
        <p:spPr>
          <a:xfrm>
            <a:off x="9348335" y="6535795"/>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ltLang="ja-JP"/>
              <a:t>9</a:t>
            </a:fld>
            <a:r>
              <a:rPr lang="ja-JP"/>
              <a:t>/20</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8416"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2"/>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2"/>
                                        </p:tgtEl>
                                      </p:cBhvr>
                                    </p:cmd>
                                  </p:childTnLst>
                                </p:cTn>
                              </p:par>
                            </p:childTnLst>
                          </p:cTn>
                        </p:par>
                      </p:childTnLst>
                    </p:cTn>
                  </p:par>
                </p:childTnLst>
              </p:cTn>
              <p:nextCondLst>
                <p:cond evt="onClick" delay="0">
                  <p:tgtEl>
                    <p:spTgt spid="2"/>
                  </p:tgtEl>
                </p:cond>
              </p:nextCondLst>
            </p:seq>
            <p:video>
              <p:cMediaNode vol="80000">
                <p:cTn id="12" fill="hold" display="0">
                  <p:stCondLst>
                    <p:cond delay="indefinite"/>
                  </p:stCondLst>
                </p:cTn>
                <p:tgtEl>
                  <p:spTgt spid="2"/>
                </p:tgtEl>
              </p:cMediaNode>
            </p:vide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10"/>
          <p:cNvSpPr/>
          <p:nvPr/>
        </p:nvSpPr>
        <p:spPr>
          <a:xfrm>
            <a:off x="609600" y="3670299"/>
            <a:ext cx="9115752" cy="2959101"/>
          </a:xfrm>
          <a:prstGeom prst="roundRect">
            <a:avLst>
              <a:gd name="adj" fmla="val 7500"/>
            </a:avLst>
          </a:prstGeom>
          <a:solidFill>
            <a:srgbClr val="DAE5F1">
              <a:alpha val="70196"/>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DAE5F1"/>
              </a:solidFill>
              <a:latin typeface="Arial"/>
              <a:ea typeface="Arial"/>
              <a:cs typeface="Arial"/>
              <a:sym typeface="Arial"/>
            </a:endParaRPr>
          </a:p>
        </p:txBody>
      </p:sp>
      <p:sp>
        <p:nvSpPr>
          <p:cNvPr id="244" name="Google Shape;244;p10"/>
          <p:cNvSpPr/>
          <p:nvPr/>
        </p:nvSpPr>
        <p:spPr>
          <a:xfrm>
            <a:off x="609600" y="1905000"/>
            <a:ext cx="9115752" cy="1765299"/>
          </a:xfrm>
          <a:prstGeom prst="roundRect">
            <a:avLst>
              <a:gd name="adj" fmla="val 11847"/>
            </a:avLst>
          </a:prstGeom>
          <a:solidFill>
            <a:srgbClr val="EAF1DD">
              <a:alpha val="70196"/>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45" name="Google Shape;245;p10"/>
          <p:cNvSpPr txBox="1">
            <a:spLocks noGrp="1"/>
          </p:cNvSpPr>
          <p:nvPr>
            <p:ph type="title"/>
          </p:nvPr>
        </p:nvSpPr>
        <p:spPr>
          <a:xfrm>
            <a:off x="431372" y="10491"/>
            <a:ext cx="11760627" cy="706595"/>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200"/>
              <a:buFont typeface="Arial"/>
              <a:buNone/>
            </a:pPr>
            <a:r>
              <a:rPr lang="ja-JP"/>
              <a:t>ros2log core features defined by </a:t>
            </a:r>
            <a:r>
              <a:rPr lang="ja-JP">
                <a:solidFill>
                  <a:srgbClr val="FF0000"/>
                </a:solidFill>
              </a:rPr>
              <a:t>REP-0156</a:t>
            </a:r>
            <a:endParaRPr/>
          </a:p>
        </p:txBody>
      </p:sp>
      <p:sp>
        <p:nvSpPr>
          <p:cNvPr id="246" name="Google Shape;246;p10"/>
          <p:cNvSpPr txBox="1">
            <a:spLocks noGrp="1"/>
          </p:cNvSpPr>
          <p:nvPr>
            <p:ph type="body" idx="1"/>
          </p:nvPr>
        </p:nvSpPr>
        <p:spPr>
          <a:xfrm>
            <a:off x="431373" y="739894"/>
            <a:ext cx="11329259" cy="6107615"/>
          </a:xfrm>
          <a:prstGeom prst="rect">
            <a:avLst/>
          </a:prstGeom>
          <a:noFill/>
          <a:ln>
            <a:noFill/>
          </a:ln>
        </p:spPr>
        <p:txBody>
          <a:bodyPr spcFirstLastPara="1" wrap="square" lIns="91425" tIns="45700" rIns="91425" bIns="45700" anchor="t" anchorCtr="0">
            <a:normAutofit lnSpcReduction="10000"/>
          </a:bodyPr>
          <a:lstStyle/>
          <a:p>
            <a:pPr marL="257168" lvl="0" indent="-257168" algn="l" rtl="0">
              <a:spcBef>
                <a:spcPts val="0"/>
              </a:spcBef>
              <a:spcAft>
                <a:spcPts val="0"/>
              </a:spcAft>
              <a:buClr>
                <a:schemeClr val="dk2"/>
              </a:buClr>
              <a:buSzPts val="2400"/>
              <a:buFont typeface="Noto Sans Symbols"/>
              <a:buChar char="■"/>
            </a:pPr>
            <a:r>
              <a:rPr lang="ja-JP" dirty="0"/>
              <a:t>Command</a:t>
            </a:r>
            <a:endParaRPr dirty="0"/>
          </a:p>
          <a:p>
            <a:pPr marL="557199" lvl="1" indent="-214308" algn="l" rtl="0">
              <a:spcBef>
                <a:spcPts val="440"/>
              </a:spcBef>
              <a:spcAft>
                <a:spcPts val="0"/>
              </a:spcAft>
              <a:buSzPts val="2200"/>
              <a:buChar char="–"/>
            </a:pPr>
            <a:r>
              <a:rPr lang="ja-JP" b="1" dirty="0">
                <a:solidFill>
                  <a:srgbClr val="FF0000"/>
                </a:solidFill>
              </a:rPr>
              <a:t>ros2 log &lt;subcommand&gt;</a:t>
            </a:r>
            <a:endParaRPr dirty="0"/>
          </a:p>
          <a:p>
            <a:pPr marL="257168" lvl="0" indent="-257168" algn="l" rtl="0">
              <a:spcBef>
                <a:spcPts val="480"/>
              </a:spcBef>
              <a:spcAft>
                <a:spcPts val="0"/>
              </a:spcAft>
              <a:buClr>
                <a:schemeClr val="dk2"/>
              </a:buClr>
              <a:buSzPts val="2400"/>
              <a:buFont typeface="Noto Sans Symbols"/>
              <a:buChar char="■"/>
            </a:pPr>
            <a:r>
              <a:rPr lang="ja-JP" dirty="0"/>
              <a:t>Subcommands</a:t>
            </a:r>
            <a:endParaRPr dirty="0"/>
          </a:p>
          <a:p>
            <a:pPr marL="557199" lvl="1" indent="-214308" algn="l" rtl="0">
              <a:spcBef>
                <a:spcPts val="440"/>
              </a:spcBef>
              <a:spcAft>
                <a:spcPts val="0"/>
              </a:spcAft>
              <a:buSzPts val="2200"/>
              <a:buChar char="–"/>
            </a:pPr>
            <a:r>
              <a:rPr lang="ja-JP" b="1" dirty="0">
                <a:solidFill>
                  <a:srgbClr val="000000"/>
                </a:solidFill>
              </a:rPr>
              <a:t>watch [options]</a:t>
            </a:r>
            <a:endParaRPr b="1" dirty="0">
              <a:solidFill>
                <a:srgbClr val="000000"/>
              </a:solidFill>
            </a:endParaRPr>
          </a:p>
          <a:p>
            <a:pPr marL="857229" lvl="2" indent="-171446" algn="l" rtl="0">
              <a:spcBef>
                <a:spcPts val="400"/>
              </a:spcBef>
              <a:spcAft>
                <a:spcPts val="0"/>
              </a:spcAft>
              <a:buSzPts val="2000"/>
              <a:buChar char="•"/>
            </a:pPr>
            <a:r>
              <a:rPr lang="ja-JP" b="1" dirty="0">
                <a:solidFill>
                  <a:srgbClr val="000000"/>
                </a:solidFill>
              </a:rPr>
              <a:t>Subscribes to /rosout topic and prints logs filtered by </a:t>
            </a:r>
            <a:r>
              <a:rPr lang="ja-JP" dirty="0">
                <a:solidFill>
                  <a:srgbClr val="000000"/>
                </a:solidFill>
              </a:rPr>
              <a:t>[options]</a:t>
            </a:r>
            <a:endParaRPr dirty="0"/>
          </a:p>
          <a:p>
            <a:pPr marL="857229" lvl="2" indent="-171446" algn="l" rtl="0">
              <a:spcBef>
                <a:spcPts val="400"/>
              </a:spcBef>
              <a:spcAft>
                <a:spcPts val="0"/>
              </a:spcAft>
              <a:buSzPts val="2000"/>
              <a:buFont typeface="Noto Sans Symbols"/>
              <a:buChar char="⮚"/>
            </a:pPr>
            <a:r>
              <a:rPr lang="ja-JP" dirty="0"/>
              <a:t> --level: log level</a:t>
            </a:r>
            <a:endParaRPr dirty="0"/>
          </a:p>
          <a:p>
            <a:pPr marL="857229" lvl="2" indent="-171446" algn="l" rtl="0">
              <a:spcBef>
                <a:spcPts val="400"/>
              </a:spcBef>
              <a:spcAft>
                <a:spcPts val="0"/>
              </a:spcAft>
              <a:buSzPts val="2000"/>
              <a:buFont typeface="Noto Sans Symbols"/>
              <a:buChar char="⮚"/>
            </a:pPr>
            <a:r>
              <a:rPr lang="ja-JP" dirty="0"/>
              <a:t> --regex: regular expression</a:t>
            </a:r>
            <a:endParaRPr dirty="0"/>
          </a:p>
          <a:p>
            <a:pPr marL="857229" lvl="2" indent="-171446" algn="l" rtl="0">
              <a:spcBef>
                <a:spcPts val="400"/>
              </a:spcBef>
              <a:spcAft>
                <a:spcPts val="0"/>
              </a:spcAft>
              <a:buSzPts val="2000"/>
              <a:buFont typeface="Noto Sans Symbols"/>
              <a:buChar char="⮚"/>
            </a:pPr>
            <a:r>
              <a:rPr lang="ja-JP" dirty="0"/>
              <a:t> --logger: logger name (node name in current impl.)</a:t>
            </a:r>
            <a:endParaRPr dirty="0"/>
          </a:p>
          <a:p>
            <a:pPr marL="685783" lvl="2" indent="0" algn="l" rtl="0">
              <a:spcBef>
                <a:spcPts val="100"/>
              </a:spcBef>
              <a:spcAft>
                <a:spcPts val="0"/>
              </a:spcAft>
              <a:buSzPts val="500"/>
              <a:buNone/>
            </a:pPr>
            <a:endParaRPr sz="500" dirty="0"/>
          </a:p>
          <a:p>
            <a:pPr marL="557199" lvl="1" indent="-214308" algn="l" rtl="0">
              <a:spcBef>
                <a:spcPts val="440"/>
              </a:spcBef>
              <a:spcAft>
                <a:spcPts val="0"/>
              </a:spcAft>
              <a:buSzPts val="2200"/>
              <a:buChar char="–"/>
            </a:pPr>
            <a:r>
              <a:rPr lang="ja-JP" b="1" dirty="0">
                <a:solidFill>
                  <a:srgbClr val="000000"/>
                </a:solidFill>
              </a:rPr>
              <a:t>levels</a:t>
            </a:r>
            <a:endParaRPr dirty="0"/>
          </a:p>
          <a:p>
            <a:pPr marL="857229" lvl="2" indent="-171446" algn="l" rtl="0">
              <a:spcBef>
                <a:spcPts val="400"/>
              </a:spcBef>
              <a:spcAft>
                <a:spcPts val="0"/>
              </a:spcAft>
              <a:buSzPts val="2000"/>
              <a:buChar char="•"/>
            </a:pPr>
            <a:r>
              <a:rPr lang="ja-JP" dirty="0">
                <a:solidFill>
                  <a:srgbClr val="000000"/>
                </a:solidFill>
              </a:rPr>
              <a:t>Prints available log levels </a:t>
            </a:r>
            <a:r>
              <a:rPr lang="ja-JP" sz="1600" b="1" dirty="0">
                <a:solidFill>
                  <a:srgbClr val="000000"/>
                </a:solidFill>
              </a:rPr>
              <a:t>(</a:t>
            </a:r>
            <a:r>
              <a:rPr lang="ja-JP" sz="1600" dirty="0"/>
              <a:t>UNSET, DEBUG, INFO, WARN, ERROR, FATAL</a:t>
            </a:r>
            <a:r>
              <a:rPr lang="ja-JP" sz="1600" b="1" dirty="0">
                <a:solidFill>
                  <a:srgbClr val="000000"/>
                </a:solidFill>
              </a:rPr>
              <a:t>)</a:t>
            </a:r>
            <a:endParaRPr sz="1600" dirty="0">
              <a:solidFill>
                <a:srgbClr val="000000"/>
              </a:solidFill>
            </a:endParaRPr>
          </a:p>
          <a:p>
            <a:pPr marL="557199" lvl="1" indent="-214308" algn="l" rtl="0">
              <a:spcBef>
                <a:spcPts val="440"/>
              </a:spcBef>
              <a:spcAft>
                <a:spcPts val="0"/>
              </a:spcAft>
              <a:buSzPts val="2200"/>
              <a:buChar char="–"/>
            </a:pPr>
            <a:r>
              <a:rPr lang="ja-JP" b="1" dirty="0">
                <a:solidFill>
                  <a:srgbClr val="000000"/>
                </a:solidFill>
              </a:rPr>
              <a:t>list</a:t>
            </a:r>
            <a:endParaRPr dirty="0"/>
          </a:p>
          <a:p>
            <a:pPr marL="857229" lvl="2" indent="-171446" algn="l" rtl="0">
              <a:spcBef>
                <a:spcPts val="400"/>
              </a:spcBef>
              <a:spcAft>
                <a:spcPts val="0"/>
              </a:spcAft>
              <a:buSzPts val="2000"/>
              <a:buChar char="•"/>
            </a:pPr>
            <a:r>
              <a:rPr lang="ja-JP" dirty="0">
                <a:solidFill>
                  <a:srgbClr val="000000"/>
                </a:solidFill>
              </a:rPr>
              <a:t>Lists nodes that support runtime log level change</a:t>
            </a:r>
            <a:endParaRPr b="1" dirty="0">
              <a:solidFill>
                <a:srgbClr val="FF0000"/>
              </a:solidFill>
            </a:endParaRPr>
          </a:p>
          <a:p>
            <a:pPr marL="557199" lvl="1" indent="-214308" algn="l" rtl="0">
              <a:spcBef>
                <a:spcPts val="440"/>
              </a:spcBef>
              <a:spcAft>
                <a:spcPts val="0"/>
              </a:spcAft>
              <a:buSzPts val="2200"/>
              <a:buChar char="–"/>
            </a:pPr>
            <a:r>
              <a:rPr lang="ja-JP" b="1" dirty="0">
                <a:solidFill>
                  <a:srgbClr val="000000"/>
                </a:solidFill>
              </a:rPr>
              <a:t>get &lt;node&gt;</a:t>
            </a:r>
            <a:endParaRPr dirty="0"/>
          </a:p>
          <a:p>
            <a:pPr marL="857229" lvl="2" indent="-171446" algn="l" rtl="0">
              <a:spcBef>
                <a:spcPts val="400"/>
              </a:spcBef>
              <a:spcAft>
                <a:spcPts val="0"/>
              </a:spcAft>
              <a:buSzPts val="2000"/>
              <a:buChar char="•"/>
            </a:pPr>
            <a:r>
              <a:rPr lang="ja-JP" dirty="0">
                <a:solidFill>
                  <a:srgbClr val="000000"/>
                </a:solidFill>
              </a:rPr>
              <a:t>Gets the current log level of &lt;node&gt;</a:t>
            </a:r>
            <a:endParaRPr dirty="0"/>
          </a:p>
          <a:p>
            <a:pPr marL="557199" lvl="1" indent="-214308" algn="l" rtl="0">
              <a:spcBef>
                <a:spcPts val="440"/>
              </a:spcBef>
              <a:spcAft>
                <a:spcPts val="0"/>
              </a:spcAft>
              <a:buSzPts val="2200"/>
              <a:buChar char="–"/>
            </a:pPr>
            <a:r>
              <a:rPr lang="ja-JP" b="1" dirty="0">
                <a:solidFill>
                  <a:srgbClr val="000000"/>
                </a:solidFill>
              </a:rPr>
              <a:t>set &lt;node&gt; &lt;level&gt;</a:t>
            </a:r>
            <a:endParaRPr dirty="0"/>
          </a:p>
          <a:p>
            <a:pPr marL="857229" lvl="2" indent="-171446" algn="l" rtl="0">
              <a:spcBef>
                <a:spcPts val="400"/>
              </a:spcBef>
              <a:spcAft>
                <a:spcPts val="0"/>
              </a:spcAft>
              <a:buSzPts val="2000"/>
              <a:buChar char="•"/>
            </a:pPr>
            <a:r>
              <a:rPr lang="ja-JP" dirty="0">
                <a:solidFill>
                  <a:srgbClr val="000000"/>
                </a:solidFill>
              </a:rPr>
              <a:t>Sets the log level of &lt;node&gt; to &lt;level&gt;</a:t>
            </a:r>
            <a:endParaRPr dirty="0"/>
          </a:p>
          <a:p>
            <a:pPr marL="857229" lvl="2" indent="-44446" algn="l" rtl="0">
              <a:spcBef>
                <a:spcPts val="400"/>
              </a:spcBef>
              <a:spcAft>
                <a:spcPts val="0"/>
              </a:spcAft>
              <a:buSzPts val="2000"/>
              <a:buNone/>
            </a:pPr>
            <a:endParaRPr b="1" dirty="0">
              <a:solidFill>
                <a:srgbClr val="000000"/>
              </a:solidFill>
            </a:endParaRPr>
          </a:p>
          <a:p>
            <a:pPr marL="257168" lvl="0" indent="-104768" algn="l" rtl="0">
              <a:spcBef>
                <a:spcPts val="480"/>
              </a:spcBef>
              <a:spcAft>
                <a:spcPts val="0"/>
              </a:spcAft>
              <a:buClr>
                <a:schemeClr val="dk2"/>
              </a:buClr>
              <a:buSzPts val="2400"/>
              <a:buFont typeface="Noto Sans Symbols"/>
              <a:buNone/>
            </a:pPr>
            <a:endParaRPr dirty="0"/>
          </a:p>
          <a:p>
            <a:pPr marL="257168" lvl="0" indent="-104768" algn="l" rtl="0">
              <a:spcBef>
                <a:spcPts val="480"/>
              </a:spcBef>
              <a:spcAft>
                <a:spcPts val="0"/>
              </a:spcAft>
              <a:buClr>
                <a:schemeClr val="dk2"/>
              </a:buClr>
              <a:buSzPts val="2400"/>
              <a:buFont typeface="Noto Sans Symbols"/>
              <a:buNone/>
            </a:pPr>
            <a:endParaRPr dirty="0"/>
          </a:p>
          <a:p>
            <a:pPr marL="257168" lvl="0" indent="-104768" algn="l" rtl="0">
              <a:spcBef>
                <a:spcPts val="480"/>
              </a:spcBef>
              <a:spcAft>
                <a:spcPts val="0"/>
              </a:spcAft>
              <a:buClr>
                <a:schemeClr val="dk2"/>
              </a:buClr>
              <a:buSzPts val="2400"/>
              <a:buFont typeface="Noto Sans Symbols"/>
              <a:buNone/>
            </a:pPr>
            <a:endParaRPr dirty="0"/>
          </a:p>
        </p:txBody>
      </p:sp>
      <p:sp>
        <p:nvSpPr>
          <p:cNvPr id="247" name="Google Shape;247;p10"/>
          <p:cNvSpPr txBox="1">
            <a:spLocks noGrp="1"/>
          </p:cNvSpPr>
          <p:nvPr>
            <p:ph type="sldNum" idx="12"/>
          </p:nvPr>
        </p:nvSpPr>
        <p:spPr>
          <a:xfrm>
            <a:off x="9348335" y="6535795"/>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ltLang="ja-JP"/>
              <a:pPr marL="0" lvl="0" indent="0" algn="r" rtl="0">
                <a:spcBef>
                  <a:spcPts val="0"/>
                </a:spcBef>
                <a:spcAft>
                  <a:spcPts val="0"/>
                </a:spcAft>
                <a:buNone/>
              </a:pPr>
              <a:t>10</a:t>
            </a:fld>
            <a:r>
              <a:rPr lang="ja-JP"/>
              <a:t>/20</a:t>
            </a:r>
            <a:endParaRPr/>
          </a:p>
        </p:txBody>
      </p:sp>
      <p:sp>
        <p:nvSpPr>
          <p:cNvPr id="248" name="Google Shape;248;p10"/>
          <p:cNvSpPr txBox="1"/>
          <p:nvPr/>
        </p:nvSpPr>
        <p:spPr>
          <a:xfrm>
            <a:off x="7797459" y="3062890"/>
            <a:ext cx="1828165" cy="55399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ja-JP" sz="2400" b="1">
                <a:solidFill>
                  <a:srgbClr val="00B050"/>
                </a:solidFill>
                <a:latin typeface="Arial"/>
                <a:ea typeface="Arial"/>
                <a:cs typeface="Arial"/>
                <a:sym typeface="Arial"/>
              </a:rPr>
              <a:t>Log filter</a:t>
            </a:r>
            <a:endParaRPr/>
          </a:p>
        </p:txBody>
      </p:sp>
      <p:sp>
        <p:nvSpPr>
          <p:cNvPr id="249" name="Google Shape;249;p10"/>
          <p:cNvSpPr txBox="1"/>
          <p:nvPr/>
        </p:nvSpPr>
        <p:spPr>
          <a:xfrm>
            <a:off x="6778366" y="6043219"/>
            <a:ext cx="2847259" cy="55399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ja-JP" sz="2400" b="1" dirty="0">
                <a:solidFill>
                  <a:srgbClr val="0000FF"/>
                </a:solidFill>
                <a:latin typeface="Arial"/>
                <a:ea typeface="Arial"/>
                <a:cs typeface="Arial"/>
                <a:sym typeface="Arial"/>
              </a:rPr>
              <a:t>Log-Level control</a:t>
            </a:r>
            <a:endParaRPr dirty="0"/>
          </a:p>
        </p:txBody>
      </p:sp>
      <p:pic>
        <p:nvPicPr>
          <p:cNvPr id="7" name="図 6">
            <a:extLst>
              <a:ext uri="{FF2B5EF4-FFF2-40B4-BE49-F238E27FC236}">
                <a16:creationId xmlns:a16="http://schemas.microsoft.com/office/drawing/2014/main" id="{E29EE205-CAF0-CD19-0E6E-CAF886CCA7E8}"/>
              </a:ext>
            </a:extLst>
          </p:cNvPr>
          <p:cNvPicPr>
            <a:picLocks noChangeAspect="1"/>
          </p:cNvPicPr>
          <p:nvPr/>
        </p:nvPicPr>
        <p:blipFill>
          <a:blip r:embed="rId3"/>
          <a:stretch>
            <a:fillRect/>
          </a:stretch>
        </p:blipFill>
        <p:spPr>
          <a:xfrm>
            <a:off x="9695053" y="0"/>
            <a:ext cx="2497605" cy="2497605"/>
          </a:xfrm>
          <a:prstGeom prst="rect">
            <a:avLst/>
          </a:prstGeom>
        </p:spPr>
      </p:pic>
      <p:sp>
        <p:nvSpPr>
          <p:cNvPr id="5" name="テキスト ボックス 4">
            <a:extLst>
              <a:ext uri="{FF2B5EF4-FFF2-40B4-BE49-F238E27FC236}">
                <a16:creationId xmlns:a16="http://schemas.microsoft.com/office/drawing/2014/main" id="{8A6E98BE-3E22-70BB-E451-7B7AEB276EC3}"/>
              </a:ext>
            </a:extLst>
          </p:cNvPr>
          <p:cNvSpPr txBox="1"/>
          <p:nvPr/>
        </p:nvSpPr>
        <p:spPr>
          <a:xfrm>
            <a:off x="9818256" y="2371323"/>
            <a:ext cx="2251198" cy="771977"/>
          </a:xfrm>
          <a:prstGeom prst="rect">
            <a:avLst/>
          </a:prstGeom>
          <a:noFill/>
        </p:spPr>
        <p:txBody>
          <a:bodyPr wrap="square">
            <a:spAutoFit/>
          </a:bodyPr>
          <a:lstStyle/>
          <a:p>
            <a:pPr algn="ctr"/>
            <a:r>
              <a:rPr lang="ja-JP" altLang="ja-JP" sz="2200" b="1" dirty="0">
                <a:solidFill>
                  <a:schemeClr val="tx1"/>
                </a:solidFill>
                <a:latin typeface="Arial"/>
                <a:ea typeface="Arial"/>
                <a:cs typeface="Arial"/>
                <a:sym typeface="Arial"/>
                <a:hlinkClick r:id="rId4"/>
              </a:rPr>
              <a:t>REP-0156</a:t>
            </a:r>
            <a:r>
              <a:rPr lang="ja-JP" altLang="ja-JP" sz="2200" dirty="0">
                <a:solidFill>
                  <a:schemeClr val="tx1"/>
                </a:solidFill>
                <a:latin typeface="Arial"/>
                <a:ea typeface="Arial"/>
                <a:cs typeface="Arial"/>
                <a:sym typeface="Arial"/>
                <a:hlinkClick r:id="rId4"/>
              </a:rPr>
              <a:t> </a:t>
            </a:r>
            <a:br>
              <a:rPr lang="en-US" altLang="ja-JP" sz="2200" dirty="0">
                <a:solidFill>
                  <a:schemeClr val="tx1"/>
                </a:solidFill>
                <a:latin typeface="Arial"/>
                <a:ea typeface="Arial"/>
                <a:cs typeface="Arial"/>
                <a:sym typeface="Arial"/>
                <a:hlinkClick r:id="rId4"/>
              </a:rPr>
            </a:br>
            <a:r>
              <a:rPr lang="en-US" altLang="ja-JP" sz="2200" dirty="0">
                <a:solidFill>
                  <a:schemeClr val="tx1"/>
                </a:solidFill>
                <a:latin typeface="Arial"/>
                <a:ea typeface="Arial"/>
                <a:cs typeface="Arial"/>
                <a:sym typeface="Arial"/>
                <a:hlinkClick r:id="rId4"/>
              </a:rPr>
              <a:t>Documentation</a:t>
            </a:r>
            <a:endParaRPr lang="ja-JP" altLang="en-US" sz="2200" dirty="0">
              <a:solidFill>
                <a:schemeClr val="tx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11"/>
          <p:cNvSpPr txBox="1">
            <a:spLocks noGrp="1"/>
          </p:cNvSpPr>
          <p:nvPr>
            <p:ph type="title"/>
          </p:nvPr>
        </p:nvSpPr>
        <p:spPr>
          <a:xfrm>
            <a:off x="431372" y="10491"/>
            <a:ext cx="11760627" cy="706595"/>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200"/>
              <a:buFont typeface="Arial"/>
              <a:buNone/>
            </a:pPr>
            <a:r>
              <a:rPr lang="ja-JP"/>
              <a:t>Implementation Details</a:t>
            </a:r>
            <a:endParaRPr/>
          </a:p>
        </p:txBody>
      </p:sp>
      <p:sp>
        <p:nvSpPr>
          <p:cNvPr id="257" name="Google Shape;257;p11"/>
          <p:cNvSpPr txBox="1">
            <a:spLocks noGrp="1"/>
          </p:cNvSpPr>
          <p:nvPr>
            <p:ph type="body" idx="1"/>
          </p:nvPr>
        </p:nvSpPr>
        <p:spPr>
          <a:xfrm>
            <a:off x="431373" y="739894"/>
            <a:ext cx="11329259" cy="6118106"/>
          </a:xfrm>
          <a:prstGeom prst="rect">
            <a:avLst/>
          </a:prstGeom>
          <a:noFill/>
          <a:ln>
            <a:noFill/>
          </a:ln>
        </p:spPr>
        <p:txBody>
          <a:bodyPr spcFirstLastPara="1" wrap="square" lIns="91425" tIns="45700" rIns="91425" bIns="45700" anchor="t" anchorCtr="0">
            <a:normAutofit/>
          </a:bodyPr>
          <a:lstStyle/>
          <a:p>
            <a:pPr marL="257168" lvl="0" indent="-257168" algn="l" rtl="0">
              <a:spcBef>
                <a:spcPts val="0"/>
              </a:spcBef>
              <a:spcAft>
                <a:spcPts val="0"/>
              </a:spcAft>
              <a:buClr>
                <a:schemeClr val="dk2"/>
              </a:buClr>
              <a:buSzPts val="2400"/>
              <a:buFont typeface="Noto Sans Symbols"/>
              <a:buChar char="■"/>
            </a:pPr>
            <a:r>
              <a:rPr lang="ja-JP" dirty="0"/>
              <a:t>Where ros2log is developed</a:t>
            </a:r>
            <a:endParaRPr dirty="0"/>
          </a:p>
          <a:p>
            <a:pPr marL="557199" lvl="1" indent="-214308" algn="l" rtl="0">
              <a:spcBef>
                <a:spcPts val="440"/>
              </a:spcBef>
              <a:spcAft>
                <a:spcPts val="0"/>
              </a:spcAft>
              <a:buSzPts val="2200"/>
              <a:buChar char="–"/>
            </a:pPr>
            <a:r>
              <a:rPr lang="ja-JP" b="1" dirty="0"/>
              <a:t>ros2cli</a:t>
            </a:r>
            <a:r>
              <a:rPr lang="ja-JP" dirty="0"/>
              <a:t>:  </a:t>
            </a:r>
            <a:r>
              <a:rPr lang="ja-JP" u="sng" dirty="0">
                <a:solidFill>
                  <a:schemeClr val="hlink"/>
                </a:solidFill>
                <a:hlinkClick r:id="rId3"/>
              </a:rPr>
              <a:t>https://github.com/ros2/ros2cli</a:t>
            </a:r>
            <a:endParaRPr dirty="0"/>
          </a:p>
          <a:p>
            <a:pPr marL="557199" lvl="1" indent="-214308" algn="l" rtl="0">
              <a:spcBef>
                <a:spcPts val="440"/>
              </a:spcBef>
              <a:spcAft>
                <a:spcPts val="0"/>
              </a:spcAft>
              <a:buSzPts val="2200"/>
              <a:buChar char="–"/>
            </a:pPr>
            <a:r>
              <a:rPr lang="ja-JP" dirty="0"/>
              <a:t>Implementation language: </a:t>
            </a:r>
            <a:r>
              <a:rPr lang="ja-JP" b="1" dirty="0"/>
              <a:t>Python</a:t>
            </a:r>
            <a:endParaRPr dirty="0"/>
          </a:p>
          <a:p>
            <a:pPr marL="857229" lvl="2" indent="-171446" algn="l" rtl="0">
              <a:spcBef>
                <a:spcPts val="400"/>
              </a:spcBef>
              <a:spcAft>
                <a:spcPts val="0"/>
              </a:spcAft>
              <a:buSzPts val="2000"/>
              <a:buChar char="•"/>
            </a:pPr>
            <a:r>
              <a:rPr lang="ja-JP" dirty="0"/>
              <a:t>ros2cli is a Python CLI framework</a:t>
            </a:r>
            <a:endParaRPr dirty="0"/>
          </a:p>
          <a:p>
            <a:pPr marL="342891" lvl="1" indent="0" algn="l" rtl="0">
              <a:spcBef>
                <a:spcPts val="200"/>
              </a:spcBef>
              <a:spcAft>
                <a:spcPts val="0"/>
              </a:spcAft>
              <a:buSzPts val="1000"/>
              <a:buNone/>
            </a:pPr>
            <a:endParaRPr sz="1000" dirty="0"/>
          </a:p>
          <a:p>
            <a:pPr marL="257168" lvl="0" indent="-257168" algn="l" rtl="0">
              <a:spcBef>
                <a:spcPts val="480"/>
              </a:spcBef>
              <a:spcAft>
                <a:spcPts val="0"/>
              </a:spcAft>
              <a:buClr>
                <a:schemeClr val="dk2"/>
              </a:buClr>
              <a:buSzPts val="2400"/>
              <a:buFont typeface="Noto Sans Symbols"/>
              <a:buChar char="■"/>
            </a:pPr>
            <a:r>
              <a:rPr lang="ja-JP" dirty="0"/>
              <a:t>Key points </a:t>
            </a:r>
            <a:r>
              <a:rPr lang="en-US" altLang="ja-JP" dirty="0"/>
              <a:t>of implementation</a:t>
            </a:r>
            <a:endParaRPr dirty="0"/>
          </a:p>
          <a:p>
            <a:pPr marL="557199" lvl="1" indent="-214308" algn="l" rtl="0">
              <a:spcBef>
                <a:spcPts val="440"/>
              </a:spcBef>
              <a:spcAft>
                <a:spcPts val="0"/>
              </a:spcAft>
              <a:buSzPts val="2200"/>
              <a:buChar char="–"/>
            </a:pPr>
            <a:r>
              <a:rPr lang="ja-JP" dirty="0">
                <a:solidFill>
                  <a:srgbClr val="000000"/>
                </a:solidFill>
              </a:rPr>
              <a:t>watch</a:t>
            </a:r>
            <a:endParaRPr dirty="0"/>
          </a:p>
          <a:p>
            <a:pPr marL="857229" lvl="2" indent="-171446" algn="l" rtl="0">
              <a:spcBef>
                <a:spcPts val="400"/>
              </a:spcBef>
              <a:spcAft>
                <a:spcPts val="0"/>
              </a:spcAft>
              <a:buSzPts val="2000"/>
              <a:buFont typeface="Noto Sans Symbols"/>
              <a:buChar char="⮚"/>
            </a:pPr>
            <a:r>
              <a:rPr lang="ja-JP" b="1" dirty="0">
                <a:solidFill>
                  <a:srgbClr val="000000"/>
                </a:solidFill>
              </a:rPr>
              <a:t>Subscribes to /rosout topic</a:t>
            </a:r>
            <a:endParaRPr b="1" dirty="0">
              <a:solidFill>
                <a:srgbClr val="000000"/>
              </a:solidFill>
            </a:endParaRPr>
          </a:p>
          <a:p>
            <a:pPr marL="857229" lvl="2" indent="-171446" algn="l" rtl="0">
              <a:spcBef>
                <a:spcPts val="400"/>
              </a:spcBef>
              <a:spcAft>
                <a:spcPts val="0"/>
              </a:spcAft>
              <a:buSzPts val="2000"/>
              <a:buFont typeface="Noto Sans Symbols"/>
              <a:buChar char="⮚"/>
            </a:pPr>
            <a:r>
              <a:rPr lang="ja-JP" b="1" dirty="0"/>
              <a:t>Content Filtered Topics</a:t>
            </a:r>
            <a:r>
              <a:rPr lang="ja-JP" dirty="0"/>
              <a:t> are used</a:t>
            </a:r>
            <a:endParaRPr dirty="0">
              <a:solidFill>
                <a:srgbClr val="000000"/>
              </a:solidFill>
            </a:endParaRPr>
          </a:p>
          <a:p>
            <a:pPr marL="557199" lvl="1" indent="-214308" algn="l" rtl="0">
              <a:spcBef>
                <a:spcPts val="440"/>
              </a:spcBef>
              <a:spcAft>
                <a:spcPts val="0"/>
              </a:spcAft>
              <a:buSzPts val="2200"/>
              <a:buChar char="–"/>
            </a:pPr>
            <a:r>
              <a:rPr lang="ja-JP" dirty="0">
                <a:solidFill>
                  <a:srgbClr val="000000"/>
                </a:solidFill>
              </a:rPr>
              <a:t>list, get, set</a:t>
            </a:r>
            <a:endParaRPr dirty="0"/>
          </a:p>
          <a:p>
            <a:pPr marL="857229" lvl="2" indent="-171446" algn="l" rtl="0">
              <a:spcBef>
                <a:spcPts val="400"/>
              </a:spcBef>
              <a:spcAft>
                <a:spcPts val="0"/>
              </a:spcAft>
              <a:buSzPts val="2000"/>
              <a:buFont typeface="Noto Sans Symbols"/>
              <a:buChar char="⮚"/>
            </a:pPr>
            <a:r>
              <a:rPr lang="ja-JP" b="1" dirty="0"/>
              <a:t> /node/get_logger_levels</a:t>
            </a:r>
            <a:r>
              <a:rPr lang="ja-JP" dirty="0"/>
              <a:t>, </a:t>
            </a:r>
            <a:r>
              <a:rPr lang="ja-JP" b="1" dirty="0"/>
              <a:t>/node/set_logger_levels  services</a:t>
            </a:r>
            <a:r>
              <a:rPr lang="ja-JP" dirty="0"/>
              <a:t> are used</a:t>
            </a:r>
            <a:br>
              <a:rPr lang="ja-JP" dirty="0"/>
            </a:br>
            <a:r>
              <a:rPr lang="ja-JP" dirty="0"/>
              <a:t> (available when a node is created with enable_logger_service=True)</a:t>
            </a:r>
            <a:endParaRPr dirty="0"/>
          </a:p>
          <a:p>
            <a:pPr marL="857229" lvl="2" indent="-171446" algn="l" rtl="0">
              <a:spcBef>
                <a:spcPts val="400"/>
              </a:spcBef>
              <a:spcAft>
                <a:spcPts val="0"/>
              </a:spcAft>
              <a:buSzPts val="2000"/>
              <a:buChar char="•"/>
            </a:pPr>
            <a:r>
              <a:rPr lang="ja-JP" dirty="0"/>
              <a:t>list: lists nodes that have get, set services</a:t>
            </a:r>
            <a:endParaRPr dirty="0"/>
          </a:p>
          <a:p>
            <a:pPr marL="857229" lvl="2" indent="-171446" algn="l" rtl="0">
              <a:spcBef>
                <a:spcPts val="400"/>
              </a:spcBef>
              <a:spcAft>
                <a:spcPts val="0"/>
              </a:spcAft>
              <a:buSzPts val="2000"/>
              <a:buChar char="•"/>
            </a:pPr>
            <a:r>
              <a:rPr lang="ja-JP" dirty="0"/>
              <a:t>get: wrapper of the get service</a:t>
            </a:r>
            <a:endParaRPr dirty="0"/>
          </a:p>
          <a:p>
            <a:pPr marL="857229" lvl="2" indent="-171446" algn="l" rtl="0">
              <a:spcBef>
                <a:spcPts val="400"/>
              </a:spcBef>
              <a:spcAft>
                <a:spcPts val="0"/>
              </a:spcAft>
              <a:buSzPts val="2000"/>
              <a:buChar char="•"/>
            </a:pPr>
            <a:r>
              <a:rPr lang="ja-JP" dirty="0"/>
              <a:t>set: wrapper of the set service</a:t>
            </a:r>
            <a:endParaRPr dirty="0"/>
          </a:p>
          <a:p>
            <a:pPr marL="857229" lvl="2" indent="-44446" algn="l" rtl="0">
              <a:spcBef>
                <a:spcPts val="400"/>
              </a:spcBef>
              <a:spcAft>
                <a:spcPts val="0"/>
              </a:spcAft>
              <a:buSzPts val="2000"/>
              <a:buNone/>
            </a:pPr>
            <a:endParaRPr dirty="0"/>
          </a:p>
          <a:p>
            <a:pPr marL="857229" lvl="2" indent="-44446" algn="l" rtl="0">
              <a:spcBef>
                <a:spcPts val="400"/>
              </a:spcBef>
              <a:spcAft>
                <a:spcPts val="0"/>
              </a:spcAft>
              <a:buSzPts val="2000"/>
              <a:buNone/>
            </a:pPr>
            <a:endParaRPr dirty="0"/>
          </a:p>
        </p:txBody>
      </p:sp>
      <p:sp>
        <p:nvSpPr>
          <p:cNvPr id="258" name="Google Shape;258;p11"/>
          <p:cNvSpPr txBox="1">
            <a:spLocks noGrp="1"/>
          </p:cNvSpPr>
          <p:nvPr>
            <p:ph type="sldNum" idx="12"/>
          </p:nvPr>
        </p:nvSpPr>
        <p:spPr>
          <a:xfrm>
            <a:off x="9348335" y="6535795"/>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ltLang="ja-JP"/>
              <a:t>11</a:t>
            </a:fld>
            <a:r>
              <a:rPr lang="ja-JP"/>
              <a:t>/20</a:t>
            </a:r>
            <a:endParaRPr/>
          </a:p>
        </p:txBody>
      </p:sp>
      <p:sp>
        <p:nvSpPr>
          <p:cNvPr id="259" name="Google Shape;259;p11"/>
          <p:cNvSpPr/>
          <p:nvPr/>
        </p:nvSpPr>
        <p:spPr>
          <a:xfrm>
            <a:off x="5684484" y="2181828"/>
            <a:ext cx="6386865" cy="1863829"/>
          </a:xfrm>
          <a:prstGeom prst="wedgeRectCallout">
            <a:avLst>
              <a:gd name="adj1" fmla="val -55168"/>
              <a:gd name="adj2" fmla="val 37214"/>
            </a:avLst>
          </a:prstGeom>
          <a:solidFill>
            <a:schemeClr val="lt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ja-JP" sz="2200" b="1" dirty="0">
                <a:solidFill>
                  <a:schemeClr val="dk1"/>
                </a:solidFill>
                <a:latin typeface="Arial"/>
                <a:ea typeface="Arial"/>
                <a:cs typeface="Arial"/>
                <a:sym typeface="Arial"/>
              </a:rPr>
              <a:t>What are Content Filtered Topics?</a:t>
            </a:r>
            <a:endParaRPr dirty="0"/>
          </a:p>
          <a:p>
            <a:pPr marL="285750" marR="0" lvl="0" indent="-285750" algn="l" rtl="0">
              <a:spcBef>
                <a:spcPts val="0"/>
              </a:spcBef>
              <a:spcAft>
                <a:spcPts val="0"/>
              </a:spcAft>
              <a:buClr>
                <a:schemeClr val="dk1"/>
              </a:buClr>
              <a:buSzPts val="2000"/>
              <a:buFont typeface="Arial"/>
              <a:buChar char="•"/>
            </a:pPr>
            <a:r>
              <a:rPr lang="ja-JP" sz="2000" b="1" dirty="0">
                <a:solidFill>
                  <a:schemeClr val="dk1"/>
                </a:solidFill>
                <a:latin typeface="Arial"/>
                <a:ea typeface="Arial"/>
                <a:cs typeface="Arial"/>
                <a:sym typeface="Arial"/>
              </a:rPr>
              <a:t>Lets a subscriber receive only </a:t>
            </a:r>
            <a:br>
              <a:rPr lang="ja-JP" sz="2000" b="1" dirty="0">
                <a:solidFill>
                  <a:schemeClr val="dk1"/>
                </a:solidFill>
                <a:latin typeface="Arial"/>
                <a:ea typeface="Arial"/>
                <a:cs typeface="Arial"/>
                <a:sym typeface="Arial"/>
              </a:rPr>
            </a:br>
            <a:r>
              <a:rPr lang="ja-JP" sz="2000" b="1" dirty="0">
                <a:solidFill>
                  <a:schemeClr val="dk1"/>
                </a:solidFill>
                <a:latin typeface="Arial"/>
                <a:ea typeface="Arial"/>
                <a:cs typeface="Arial"/>
                <a:sym typeface="Arial"/>
              </a:rPr>
              <a:t>messages matching content conditions </a:t>
            </a:r>
            <a:br>
              <a:rPr lang="ja-JP" sz="2000" b="1" dirty="0">
                <a:solidFill>
                  <a:schemeClr val="dk1"/>
                </a:solidFill>
                <a:latin typeface="Arial"/>
                <a:ea typeface="Arial"/>
                <a:cs typeface="Arial"/>
                <a:sym typeface="Arial"/>
              </a:rPr>
            </a:br>
            <a:r>
              <a:rPr lang="ja-JP" sz="2000" dirty="0">
                <a:solidFill>
                  <a:schemeClr val="dk1"/>
                </a:solidFill>
                <a:latin typeface="Arial"/>
                <a:ea typeface="Arial"/>
                <a:cs typeface="Arial"/>
                <a:sym typeface="Arial"/>
              </a:rPr>
              <a:t>(uses DDS ContentFilteredTopic via the RMW layer)</a:t>
            </a:r>
            <a:endParaRPr sz="2000" b="1" dirty="0">
              <a:solidFill>
                <a:schemeClr val="dk1"/>
              </a:solidFill>
              <a:latin typeface="Arial"/>
              <a:ea typeface="Arial"/>
              <a:cs typeface="Arial"/>
              <a:sym typeface="Arial"/>
            </a:endParaRPr>
          </a:p>
          <a:p>
            <a:pPr marL="285750" marR="0" lvl="0" indent="-285750" algn="l" rtl="0">
              <a:spcBef>
                <a:spcPts val="0"/>
              </a:spcBef>
              <a:spcAft>
                <a:spcPts val="0"/>
              </a:spcAft>
              <a:buClr>
                <a:schemeClr val="dk1"/>
              </a:buClr>
              <a:buSzPts val="2000"/>
              <a:buFont typeface="Arial"/>
              <a:buChar char="•"/>
            </a:pPr>
            <a:r>
              <a:rPr lang="ja-JP" sz="2000" dirty="0">
                <a:solidFill>
                  <a:schemeClr val="dk1"/>
                </a:solidFill>
                <a:latin typeface="Arial"/>
                <a:ea typeface="Arial"/>
                <a:cs typeface="Arial"/>
                <a:sym typeface="Arial"/>
              </a:rPr>
              <a:t>Reduces reception overhead and traffic</a:t>
            </a:r>
            <a:endParaRPr sz="2000" dirty="0">
              <a:solidFill>
                <a:schemeClr val="dk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12"/>
          <p:cNvSpPr txBox="1">
            <a:spLocks noGrp="1"/>
          </p:cNvSpPr>
          <p:nvPr>
            <p:ph type="title"/>
          </p:nvPr>
        </p:nvSpPr>
        <p:spPr>
          <a:xfrm>
            <a:off x="431372" y="10491"/>
            <a:ext cx="11760627" cy="706595"/>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200"/>
              <a:buFont typeface="Arial"/>
              <a:buNone/>
            </a:pPr>
            <a:r>
              <a:rPr lang="ja-JP"/>
              <a:t>Limitation &amp; Future Work</a:t>
            </a:r>
            <a:endParaRPr/>
          </a:p>
        </p:txBody>
      </p:sp>
      <p:sp>
        <p:nvSpPr>
          <p:cNvPr id="266" name="Google Shape;266;p12"/>
          <p:cNvSpPr txBox="1">
            <a:spLocks noGrp="1"/>
          </p:cNvSpPr>
          <p:nvPr>
            <p:ph type="body" idx="1"/>
          </p:nvPr>
        </p:nvSpPr>
        <p:spPr>
          <a:xfrm>
            <a:off x="431373" y="739894"/>
            <a:ext cx="11329259" cy="5584707"/>
          </a:xfrm>
          <a:prstGeom prst="rect">
            <a:avLst/>
          </a:prstGeom>
          <a:noFill/>
          <a:ln>
            <a:noFill/>
          </a:ln>
        </p:spPr>
        <p:txBody>
          <a:bodyPr spcFirstLastPara="1" wrap="square" lIns="91425" tIns="45700" rIns="91425" bIns="45700" anchor="t" anchorCtr="0">
            <a:normAutofit/>
          </a:bodyPr>
          <a:lstStyle/>
          <a:p>
            <a:pPr marL="257168" lvl="0" indent="-257168" algn="l" rtl="0">
              <a:spcBef>
                <a:spcPts val="0"/>
              </a:spcBef>
              <a:spcAft>
                <a:spcPts val="0"/>
              </a:spcAft>
              <a:buClr>
                <a:schemeClr val="dk2"/>
              </a:buClr>
              <a:buSzPts val="2400"/>
              <a:buFont typeface="Noto Sans Symbols"/>
              <a:buChar char="■"/>
            </a:pPr>
            <a:r>
              <a:rPr lang="ja-JP" dirty="0"/>
              <a:t>About log filtering</a:t>
            </a:r>
            <a:endParaRPr dirty="0"/>
          </a:p>
          <a:p>
            <a:pPr marL="557199" lvl="1" indent="-214308" algn="l" rtl="0">
              <a:spcBef>
                <a:spcPts val="440"/>
              </a:spcBef>
              <a:spcAft>
                <a:spcPts val="0"/>
              </a:spcAft>
              <a:buSzPts val="2200"/>
              <a:buFont typeface="Noto Sans Symbols"/>
              <a:buChar char="⮚"/>
            </a:pPr>
            <a:r>
              <a:rPr lang="ja-JP" b="1" dirty="0">
                <a:solidFill>
                  <a:srgbClr val="0000FF"/>
                </a:solidFill>
              </a:rPr>
              <a:t>Logs not in the /rosout topic cannot be shown</a:t>
            </a:r>
            <a:endParaRPr b="1" dirty="0">
              <a:solidFill>
                <a:srgbClr val="0000FF"/>
              </a:solidFill>
            </a:endParaRPr>
          </a:p>
          <a:p>
            <a:pPr marL="857229" lvl="2" indent="-171446" algn="l" rtl="0">
              <a:spcBef>
                <a:spcPts val="400"/>
              </a:spcBef>
              <a:spcAft>
                <a:spcPts val="0"/>
              </a:spcAft>
              <a:buSzPts val="2000"/>
              <a:buChar char="•"/>
            </a:pPr>
            <a:r>
              <a:rPr lang="ja-JP" dirty="0"/>
              <a:t>Launch system's own logs, OS/device syslog, past logs, etc.…</a:t>
            </a:r>
            <a:endParaRPr dirty="0"/>
          </a:p>
          <a:p>
            <a:pPr marL="342891" lvl="1" indent="0" algn="l" rtl="0">
              <a:spcBef>
                <a:spcPts val="440"/>
              </a:spcBef>
              <a:spcAft>
                <a:spcPts val="0"/>
              </a:spcAft>
              <a:buSzPts val="2200"/>
              <a:buNone/>
            </a:pPr>
            <a:r>
              <a:rPr lang="ja-JP" b="1" dirty="0">
                <a:solidFill>
                  <a:srgbClr val="FF0000"/>
                </a:solidFill>
              </a:rPr>
              <a:t>➡ </a:t>
            </a:r>
            <a:r>
              <a:rPr lang="en-US" altLang="ja-JP" b="1" dirty="0">
                <a:solidFill>
                  <a:srgbClr val="FF0000"/>
                </a:solidFill>
              </a:rPr>
              <a:t>`</a:t>
            </a:r>
            <a:r>
              <a:rPr lang="ja-JP" b="1" dirty="0">
                <a:solidFill>
                  <a:srgbClr val="FF0000"/>
                </a:solidFill>
              </a:rPr>
              <a:t>ros2 log watch</a:t>
            </a:r>
            <a:r>
              <a:rPr lang="en-US" altLang="ja-JP" b="1" dirty="0">
                <a:solidFill>
                  <a:srgbClr val="FF0000"/>
                </a:solidFill>
              </a:rPr>
              <a:t>`</a:t>
            </a:r>
            <a:r>
              <a:rPr lang="ja-JP" b="1" dirty="0">
                <a:solidFill>
                  <a:srgbClr val="FF0000"/>
                </a:solidFill>
              </a:rPr>
              <a:t> targets only runtime logs from /rosout</a:t>
            </a:r>
            <a:endParaRPr b="1" dirty="0">
              <a:solidFill>
                <a:srgbClr val="FF0000"/>
              </a:solidFill>
            </a:endParaRPr>
          </a:p>
          <a:p>
            <a:pPr marL="857229" lvl="2" indent="-171446" algn="l" rtl="0">
              <a:spcBef>
                <a:spcPts val="400"/>
              </a:spcBef>
              <a:spcAft>
                <a:spcPts val="0"/>
              </a:spcAft>
              <a:buSzPts val="2000"/>
              <a:buChar char="•"/>
            </a:pPr>
            <a:r>
              <a:rPr lang="ja-JP" dirty="0"/>
              <a:t>Log storage format/destination/on-off may vary per run </a:t>
            </a:r>
            <a:br>
              <a:rPr lang="ja-JP" dirty="0"/>
            </a:br>
            <a:r>
              <a:rPr lang="ja-JP" dirty="0"/>
              <a:t>with logging backend and user settings</a:t>
            </a:r>
            <a:br>
              <a:rPr lang="ja-JP" dirty="0"/>
            </a:br>
            <a:endParaRPr dirty="0"/>
          </a:p>
          <a:p>
            <a:pPr marL="257168" lvl="0" indent="-257168" algn="l" rtl="0">
              <a:spcBef>
                <a:spcPts val="480"/>
              </a:spcBef>
              <a:spcAft>
                <a:spcPts val="0"/>
              </a:spcAft>
              <a:buClr>
                <a:schemeClr val="dk2"/>
              </a:buClr>
              <a:buSzPts val="2400"/>
              <a:buFont typeface="Noto Sans Symbols"/>
              <a:buChar char="■"/>
            </a:pPr>
            <a:r>
              <a:rPr lang="ja-JP" dirty="0"/>
              <a:t>About log level control</a:t>
            </a:r>
            <a:endParaRPr dirty="0"/>
          </a:p>
          <a:p>
            <a:pPr marL="557199" lvl="1" indent="-214308" algn="l" rtl="0">
              <a:spcBef>
                <a:spcPts val="440"/>
              </a:spcBef>
              <a:spcAft>
                <a:spcPts val="0"/>
              </a:spcAft>
              <a:buSzPts val="2200"/>
              <a:buFont typeface="Noto Sans Symbols"/>
              <a:buChar char="⮚"/>
            </a:pPr>
            <a:r>
              <a:rPr lang="ja-JP" dirty="0">
                <a:solidFill>
                  <a:srgbClr val="0000FF"/>
                </a:solidFill>
              </a:rPr>
              <a:t>Hard to control loggers besides the root logger (</a:t>
            </a:r>
            <a:r>
              <a:rPr lang="en-US" altLang="ja-JP" dirty="0">
                <a:solidFill>
                  <a:srgbClr val="0000FF"/>
                </a:solidFill>
              </a:rPr>
              <a:t>i.e. </a:t>
            </a:r>
            <a:r>
              <a:rPr lang="ja-JP" dirty="0">
                <a:solidFill>
                  <a:srgbClr val="0000FF"/>
                </a:solidFill>
              </a:rPr>
              <a:t>child logger)</a:t>
            </a:r>
            <a:endParaRPr dirty="0">
              <a:solidFill>
                <a:srgbClr val="0000FF"/>
              </a:solidFill>
            </a:endParaRPr>
          </a:p>
          <a:p>
            <a:pPr marL="557199" lvl="1" indent="-214308" algn="l" rtl="0">
              <a:spcBef>
                <a:spcPts val="440"/>
              </a:spcBef>
              <a:spcAft>
                <a:spcPts val="0"/>
              </a:spcAft>
              <a:buSzPts val="2200"/>
              <a:buFont typeface="Noto Sans Symbols"/>
              <a:buChar char="⮚"/>
            </a:pPr>
            <a:r>
              <a:rPr lang="ja-JP" dirty="0">
                <a:solidFill>
                  <a:srgbClr val="0000FF"/>
                </a:solidFill>
              </a:rPr>
              <a:t>Getting logger info via a `describe` subcommand: not implemented</a:t>
            </a:r>
            <a:endParaRPr dirty="0">
              <a:solidFill>
                <a:srgbClr val="0000FF"/>
              </a:solidFill>
            </a:endParaRPr>
          </a:p>
          <a:p>
            <a:pPr marL="557199" lvl="1" indent="-214308" algn="l" rtl="0">
              <a:spcBef>
                <a:spcPts val="440"/>
              </a:spcBef>
              <a:spcAft>
                <a:spcPts val="0"/>
              </a:spcAft>
              <a:buSzPts val="2200"/>
              <a:buChar char="–"/>
            </a:pPr>
            <a:r>
              <a:rPr lang="ja-JP" dirty="0"/>
              <a:t>Reason: ROS 2 has no API to enumerate </a:t>
            </a:r>
            <a:r>
              <a:rPr lang="ja-JP" b="1" dirty="0"/>
              <a:t>logger names</a:t>
            </a:r>
            <a:endParaRPr dirty="0"/>
          </a:p>
          <a:p>
            <a:pPr marL="342891" lvl="1" indent="0" algn="l" rtl="0">
              <a:spcBef>
                <a:spcPts val="440"/>
              </a:spcBef>
              <a:spcAft>
                <a:spcPts val="0"/>
              </a:spcAft>
              <a:buSzPts val="2200"/>
              <a:buNone/>
            </a:pPr>
            <a:r>
              <a:rPr lang="ja-JP" b="1" dirty="0">
                <a:solidFill>
                  <a:srgbClr val="FF0000"/>
                </a:solidFill>
              </a:rPr>
              <a:t>➡ Add an API to enumerate logger names, then support </a:t>
            </a:r>
            <a:br>
              <a:rPr lang="ja-JP" b="1" dirty="0">
                <a:solidFill>
                  <a:srgbClr val="FF0000"/>
                </a:solidFill>
              </a:rPr>
            </a:br>
            <a:r>
              <a:rPr lang="ja-JP" b="1" dirty="0">
                <a:solidFill>
                  <a:srgbClr val="FF0000"/>
                </a:solidFill>
              </a:rPr>
              <a:t>　 `describe` subcommand and child logger control</a:t>
            </a:r>
            <a:endParaRPr b="1" dirty="0">
              <a:solidFill>
                <a:srgbClr val="FF0000"/>
              </a:solidFill>
            </a:endParaRPr>
          </a:p>
          <a:p>
            <a:pPr marL="557199" lvl="1" indent="-74608" algn="l" rtl="0">
              <a:spcBef>
                <a:spcPts val="440"/>
              </a:spcBef>
              <a:spcAft>
                <a:spcPts val="0"/>
              </a:spcAft>
              <a:buSzPts val="2200"/>
              <a:buFont typeface="Noto Sans Symbols"/>
              <a:buNone/>
            </a:pPr>
            <a:endParaRPr dirty="0">
              <a:solidFill>
                <a:srgbClr val="0000FF"/>
              </a:solidFill>
            </a:endParaRPr>
          </a:p>
          <a:p>
            <a:pPr marL="857229" lvl="2" indent="-44446" algn="l" rtl="0">
              <a:spcBef>
                <a:spcPts val="400"/>
              </a:spcBef>
              <a:spcAft>
                <a:spcPts val="0"/>
              </a:spcAft>
              <a:buSzPts val="2000"/>
              <a:buNone/>
            </a:pPr>
            <a:endParaRPr dirty="0">
              <a:solidFill>
                <a:srgbClr val="0000FF"/>
              </a:solidFill>
            </a:endParaRPr>
          </a:p>
        </p:txBody>
      </p:sp>
      <p:sp>
        <p:nvSpPr>
          <p:cNvPr id="267" name="Google Shape;267;p12"/>
          <p:cNvSpPr txBox="1">
            <a:spLocks noGrp="1"/>
          </p:cNvSpPr>
          <p:nvPr>
            <p:ph type="sldNum" idx="12"/>
          </p:nvPr>
        </p:nvSpPr>
        <p:spPr>
          <a:xfrm>
            <a:off x="9348335" y="6535795"/>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ltLang="ja-JP"/>
              <a:t>12</a:t>
            </a:fld>
            <a:r>
              <a:rPr lang="ja-JP"/>
              <a:t>/20</a:t>
            </a:r>
            <a:endParaRPr/>
          </a:p>
        </p:txBody>
      </p:sp>
      <p:grpSp>
        <p:nvGrpSpPr>
          <p:cNvPr id="268" name="Google Shape;268;p12"/>
          <p:cNvGrpSpPr/>
          <p:nvPr/>
        </p:nvGrpSpPr>
        <p:grpSpPr>
          <a:xfrm>
            <a:off x="8658758" y="3081792"/>
            <a:ext cx="3427027" cy="2926354"/>
            <a:chOff x="8554584" y="3533824"/>
            <a:chExt cx="3427027" cy="2926354"/>
          </a:xfrm>
        </p:grpSpPr>
        <p:sp>
          <p:nvSpPr>
            <p:cNvPr id="269" name="Google Shape;269;p12"/>
            <p:cNvSpPr/>
            <p:nvPr/>
          </p:nvSpPr>
          <p:spPr>
            <a:xfrm>
              <a:off x="9447959" y="3972490"/>
              <a:ext cx="1607821" cy="738188"/>
            </a:xfrm>
            <a:prstGeom prst="roundRect">
              <a:avLst>
                <a:gd name="adj" fmla="val 16667"/>
              </a:avLst>
            </a:prstGeom>
            <a:solidFill>
              <a:srgbClr val="1F497D"/>
            </a:solidFill>
            <a:ln>
              <a:noFill/>
            </a:ln>
          </p:spPr>
          <p:txBody>
            <a:bodyPr spcFirstLastPara="1" wrap="square" lIns="18000" tIns="18000" rIns="18000" bIns="18000" anchor="ctr" anchorCtr="0">
              <a:noAutofit/>
            </a:bodyPr>
            <a:lstStyle/>
            <a:p>
              <a:pPr marL="0" marR="0" lvl="0" indent="0" algn="ctr" rtl="0">
                <a:spcBef>
                  <a:spcPts val="0"/>
                </a:spcBef>
                <a:spcAft>
                  <a:spcPts val="0"/>
                </a:spcAft>
                <a:buClr>
                  <a:srgbClr val="FFFFFF"/>
                </a:buClr>
                <a:buSzPts val="1800"/>
                <a:buFont typeface="Arial"/>
                <a:buNone/>
              </a:pPr>
              <a:r>
                <a:rPr lang="ja-JP" sz="1800" b="1">
                  <a:solidFill>
                    <a:srgbClr val="FFFFFF"/>
                  </a:solidFill>
                  <a:latin typeface="Arial"/>
                  <a:ea typeface="Arial"/>
                  <a:cs typeface="Arial"/>
                  <a:sym typeface="Arial"/>
                </a:rPr>
                <a:t>root logger</a:t>
              </a:r>
              <a:endParaRPr/>
            </a:p>
            <a:p>
              <a:pPr marL="0" marR="0" lvl="0" indent="0" algn="ctr" rtl="0">
                <a:spcBef>
                  <a:spcPts val="0"/>
                </a:spcBef>
                <a:spcAft>
                  <a:spcPts val="0"/>
                </a:spcAft>
                <a:buClr>
                  <a:srgbClr val="FFFFFF"/>
                </a:buClr>
                <a:buSzPts val="1800"/>
                <a:buFont typeface="Arial"/>
                <a:buNone/>
              </a:pPr>
              <a:r>
                <a:rPr lang="ja-JP" sz="1800">
                  <a:solidFill>
                    <a:srgbClr val="FFFFFF"/>
                  </a:solidFill>
                  <a:latin typeface="Arial"/>
                  <a:ea typeface="Arial"/>
                  <a:cs typeface="Arial"/>
                  <a:sym typeface="Arial"/>
                </a:rPr>
                <a:t>= node name</a:t>
              </a:r>
              <a:endParaRPr/>
            </a:p>
          </p:txBody>
        </p:sp>
        <p:cxnSp>
          <p:nvCxnSpPr>
            <p:cNvPr id="270" name="Google Shape;270;p12"/>
            <p:cNvCxnSpPr>
              <a:stCxn id="269" idx="2"/>
              <a:endCxn id="271" idx="0"/>
            </p:cNvCxnSpPr>
            <p:nvPr/>
          </p:nvCxnSpPr>
          <p:spPr>
            <a:xfrm flipH="1">
              <a:off x="9358470" y="4710678"/>
              <a:ext cx="893400" cy="507900"/>
            </a:xfrm>
            <a:prstGeom prst="straightConnector1">
              <a:avLst/>
            </a:prstGeom>
            <a:noFill/>
            <a:ln w="15875" cap="flat" cmpd="sng">
              <a:solidFill>
                <a:srgbClr val="1F497D"/>
              </a:solidFill>
              <a:prstDash val="solid"/>
              <a:round/>
              <a:headEnd type="none" w="sm" len="sm"/>
              <a:tailEnd type="none" w="sm" len="sm"/>
            </a:ln>
          </p:spPr>
        </p:cxnSp>
        <p:cxnSp>
          <p:nvCxnSpPr>
            <p:cNvPr id="272" name="Google Shape;272;p12"/>
            <p:cNvCxnSpPr>
              <a:stCxn id="269" idx="2"/>
              <a:endCxn id="273" idx="0"/>
            </p:cNvCxnSpPr>
            <p:nvPr/>
          </p:nvCxnSpPr>
          <p:spPr>
            <a:xfrm>
              <a:off x="10251870" y="4710678"/>
              <a:ext cx="925800" cy="507900"/>
            </a:xfrm>
            <a:prstGeom prst="straightConnector1">
              <a:avLst/>
            </a:prstGeom>
            <a:noFill/>
            <a:ln w="15875" cap="flat" cmpd="sng">
              <a:solidFill>
                <a:srgbClr val="1F497D"/>
              </a:solidFill>
              <a:prstDash val="solid"/>
              <a:round/>
              <a:headEnd type="none" w="sm" len="sm"/>
              <a:tailEnd type="none" w="sm" len="sm"/>
            </a:ln>
          </p:spPr>
        </p:cxnSp>
        <p:sp>
          <p:nvSpPr>
            <p:cNvPr id="271" name="Google Shape;271;p12"/>
            <p:cNvSpPr/>
            <p:nvPr/>
          </p:nvSpPr>
          <p:spPr>
            <a:xfrm>
              <a:off x="8554584" y="5218678"/>
              <a:ext cx="1607821" cy="738188"/>
            </a:xfrm>
            <a:prstGeom prst="roundRect">
              <a:avLst>
                <a:gd name="adj" fmla="val 16667"/>
              </a:avLst>
            </a:prstGeom>
            <a:solidFill>
              <a:srgbClr val="FFFFFF"/>
            </a:solidFill>
            <a:ln w="12700" cap="flat" cmpd="sng">
              <a:solidFill>
                <a:srgbClr val="4F81BD"/>
              </a:solidFill>
              <a:prstDash val="solid"/>
              <a:round/>
              <a:headEnd type="none" w="sm" len="sm"/>
              <a:tailEnd type="none" w="sm" len="sm"/>
            </a:ln>
          </p:spPr>
          <p:txBody>
            <a:bodyPr spcFirstLastPara="1" wrap="square" lIns="18000" tIns="18000" rIns="18000" bIns="18000" anchor="ctr" anchorCtr="0">
              <a:noAutofit/>
            </a:bodyPr>
            <a:lstStyle/>
            <a:p>
              <a:pPr marL="0" marR="0" lvl="0" indent="0" algn="ctr" rtl="0">
                <a:spcBef>
                  <a:spcPts val="0"/>
                </a:spcBef>
                <a:spcAft>
                  <a:spcPts val="0"/>
                </a:spcAft>
                <a:buClr>
                  <a:srgbClr val="1F497D"/>
                </a:buClr>
                <a:buSzPts val="1800"/>
                <a:buFont typeface="Arial"/>
                <a:buNone/>
              </a:pPr>
              <a:r>
                <a:rPr lang="ja-JP" sz="1800" b="1">
                  <a:solidFill>
                    <a:srgbClr val="1F497D"/>
                  </a:solidFill>
                  <a:latin typeface="Arial"/>
                  <a:ea typeface="Arial"/>
                  <a:cs typeface="Arial"/>
                  <a:sym typeface="Arial"/>
                </a:rPr>
                <a:t>child logger</a:t>
              </a:r>
              <a:endParaRPr/>
            </a:p>
            <a:p>
              <a:pPr marL="0" marR="0" lvl="0" indent="0" algn="ctr" rtl="0">
                <a:spcBef>
                  <a:spcPts val="0"/>
                </a:spcBef>
                <a:spcAft>
                  <a:spcPts val="0"/>
                </a:spcAft>
                <a:buClr>
                  <a:srgbClr val="1F497D"/>
                </a:buClr>
                <a:buSzPts val="1800"/>
                <a:buFont typeface="Arial"/>
                <a:buNone/>
              </a:pPr>
              <a:r>
                <a:rPr lang="ja-JP" sz="1800">
                  <a:solidFill>
                    <a:srgbClr val="1F497D"/>
                  </a:solidFill>
                  <a:latin typeface="Arial"/>
                  <a:ea typeface="Arial"/>
                  <a:cs typeface="Arial"/>
                  <a:sym typeface="Arial"/>
                </a:rPr>
                <a:t>my_node.foo</a:t>
              </a:r>
              <a:endParaRPr/>
            </a:p>
          </p:txBody>
        </p:sp>
        <p:sp>
          <p:nvSpPr>
            <p:cNvPr id="273" name="Google Shape;273;p12"/>
            <p:cNvSpPr/>
            <p:nvPr/>
          </p:nvSpPr>
          <p:spPr>
            <a:xfrm>
              <a:off x="10373789" y="5218677"/>
              <a:ext cx="1607822" cy="738187"/>
            </a:xfrm>
            <a:prstGeom prst="roundRect">
              <a:avLst>
                <a:gd name="adj" fmla="val 16667"/>
              </a:avLst>
            </a:prstGeom>
            <a:solidFill>
              <a:srgbClr val="FFFFFF"/>
            </a:solidFill>
            <a:ln w="12700" cap="flat" cmpd="sng">
              <a:solidFill>
                <a:srgbClr val="4F81BD"/>
              </a:solidFill>
              <a:prstDash val="solid"/>
              <a:round/>
              <a:headEnd type="none" w="sm" len="sm"/>
              <a:tailEnd type="none" w="sm" len="sm"/>
            </a:ln>
          </p:spPr>
          <p:txBody>
            <a:bodyPr spcFirstLastPara="1" wrap="square" lIns="18000" tIns="18000" rIns="18000" bIns="18000" anchor="ctr" anchorCtr="0">
              <a:noAutofit/>
            </a:bodyPr>
            <a:lstStyle/>
            <a:p>
              <a:pPr marL="0" marR="0" lvl="0" indent="0" algn="ctr" rtl="0">
                <a:spcBef>
                  <a:spcPts val="0"/>
                </a:spcBef>
                <a:spcAft>
                  <a:spcPts val="0"/>
                </a:spcAft>
                <a:buClr>
                  <a:srgbClr val="1F497D"/>
                </a:buClr>
                <a:buSzPts val="1800"/>
                <a:buFont typeface="Arial"/>
                <a:buNone/>
              </a:pPr>
              <a:r>
                <a:rPr lang="ja-JP" sz="1800" b="1">
                  <a:solidFill>
                    <a:srgbClr val="1F497D"/>
                  </a:solidFill>
                  <a:latin typeface="Arial"/>
                  <a:ea typeface="Arial"/>
                  <a:cs typeface="Arial"/>
                  <a:sym typeface="Arial"/>
                </a:rPr>
                <a:t>child logger</a:t>
              </a:r>
              <a:endParaRPr/>
            </a:p>
            <a:p>
              <a:pPr marL="0" marR="0" lvl="0" indent="0" algn="ctr" rtl="0">
                <a:spcBef>
                  <a:spcPts val="0"/>
                </a:spcBef>
                <a:spcAft>
                  <a:spcPts val="0"/>
                </a:spcAft>
                <a:buClr>
                  <a:srgbClr val="1F497D"/>
                </a:buClr>
                <a:buSzPts val="1800"/>
                <a:buFont typeface="Arial"/>
                <a:buNone/>
              </a:pPr>
              <a:r>
                <a:rPr lang="ja-JP" sz="1800">
                  <a:solidFill>
                    <a:srgbClr val="1F497D"/>
                  </a:solidFill>
                  <a:latin typeface="Arial"/>
                  <a:ea typeface="Arial"/>
                  <a:cs typeface="Arial"/>
                  <a:sym typeface="Arial"/>
                </a:rPr>
                <a:t>my_node.bar</a:t>
              </a:r>
              <a:endParaRPr/>
            </a:p>
          </p:txBody>
        </p:sp>
        <p:sp>
          <p:nvSpPr>
            <p:cNvPr id="274" name="Google Shape;274;p12"/>
            <p:cNvSpPr txBox="1"/>
            <p:nvPr/>
          </p:nvSpPr>
          <p:spPr>
            <a:xfrm>
              <a:off x="9190521" y="3533824"/>
              <a:ext cx="212269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sz="1800" b="1">
                  <a:solidFill>
                    <a:srgbClr val="1F497D"/>
                  </a:solidFill>
                  <a:latin typeface="Arial"/>
                  <a:ea typeface="Arial"/>
                  <a:cs typeface="Arial"/>
                  <a:sym typeface="Arial"/>
                </a:rPr>
                <a:t>Node "my_node"</a:t>
              </a:r>
              <a:endParaRPr/>
            </a:p>
          </p:txBody>
        </p:sp>
        <p:sp>
          <p:nvSpPr>
            <p:cNvPr id="275" name="Google Shape;275;p12"/>
            <p:cNvSpPr txBox="1"/>
            <p:nvPr/>
          </p:nvSpPr>
          <p:spPr>
            <a:xfrm>
              <a:off x="9424559" y="6060068"/>
              <a:ext cx="1654620"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sz="2000">
                  <a:solidFill>
                    <a:schemeClr val="dk1"/>
                  </a:solidFill>
                  <a:latin typeface="Arial"/>
                  <a:ea typeface="Arial"/>
                  <a:cs typeface="Arial"/>
                  <a:sym typeface="Arial"/>
                </a:rPr>
                <a:t>Child logger</a:t>
              </a:r>
              <a:endParaRPr sz="2000">
                <a:solidFill>
                  <a:schemeClr val="dk1"/>
                </a:solidFill>
                <a:latin typeface="Arial"/>
                <a:ea typeface="Arial"/>
                <a:cs typeface="Arial"/>
                <a:sym typeface="Arial"/>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9">
          <a:extLst>
            <a:ext uri="{FF2B5EF4-FFF2-40B4-BE49-F238E27FC236}">
              <a16:creationId xmlns:a16="http://schemas.microsoft.com/office/drawing/2014/main" id="{EB00549A-3CA9-F858-6FE7-D002A2854ED6}"/>
            </a:ext>
          </a:extLst>
        </p:cNvPr>
        <p:cNvGrpSpPr/>
        <p:nvPr/>
      </p:nvGrpSpPr>
      <p:grpSpPr>
        <a:xfrm>
          <a:off x="0" y="0"/>
          <a:ext cx="0" cy="0"/>
          <a:chOff x="0" y="0"/>
          <a:chExt cx="0" cy="0"/>
        </a:xfrm>
      </p:grpSpPr>
      <p:sp>
        <p:nvSpPr>
          <p:cNvPr id="280" name="Google Shape;280;p13">
            <a:extLst>
              <a:ext uri="{FF2B5EF4-FFF2-40B4-BE49-F238E27FC236}">
                <a16:creationId xmlns:a16="http://schemas.microsoft.com/office/drawing/2014/main" id="{E5B8B257-44B3-593D-B8D0-B1D42F42A409}"/>
              </a:ext>
            </a:extLst>
          </p:cNvPr>
          <p:cNvSpPr txBox="1">
            <a:spLocks noGrp="1"/>
          </p:cNvSpPr>
          <p:nvPr>
            <p:ph type="title"/>
          </p:nvPr>
        </p:nvSpPr>
        <p:spPr>
          <a:xfrm>
            <a:off x="431372" y="10491"/>
            <a:ext cx="11760627" cy="706595"/>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200"/>
              <a:buFont typeface="Arial"/>
              <a:buNone/>
            </a:pPr>
            <a:r>
              <a:rPr lang="ja-JP"/>
              <a:t>What is “REP”?</a:t>
            </a:r>
            <a:endParaRPr/>
          </a:p>
        </p:txBody>
      </p:sp>
      <p:sp>
        <p:nvSpPr>
          <p:cNvPr id="281" name="Google Shape;281;p13">
            <a:extLst>
              <a:ext uri="{FF2B5EF4-FFF2-40B4-BE49-F238E27FC236}">
                <a16:creationId xmlns:a16="http://schemas.microsoft.com/office/drawing/2014/main" id="{ACAFD816-32A4-7F50-0E2A-911C0C84143F}"/>
              </a:ext>
            </a:extLst>
          </p:cNvPr>
          <p:cNvSpPr txBox="1">
            <a:spLocks noGrp="1"/>
          </p:cNvSpPr>
          <p:nvPr>
            <p:ph type="body" idx="1"/>
          </p:nvPr>
        </p:nvSpPr>
        <p:spPr>
          <a:xfrm>
            <a:off x="431373" y="739894"/>
            <a:ext cx="11329259" cy="5584707"/>
          </a:xfrm>
          <a:prstGeom prst="rect">
            <a:avLst/>
          </a:prstGeom>
          <a:noFill/>
          <a:ln>
            <a:noFill/>
          </a:ln>
        </p:spPr>
        <p:txBody>
          <a:bodyPr spcFirstLastPara="1" wrap="square" lIns="91425" tIns="45700" rIns="91425" bIns="45700" anchor="t" anchorCtr="0">
            <a:normAutofit/>
          </a:bodyPr>
          <a:lstStyle/>
          <a:p>
            <a:pPr marL="257168" lvl="0" indent="-257168" algn="l" rtl="0">
              <a:spcBef>
                <a:spcPts val="0"/>
              </a:spcBef>
              <a:spcAft>
                <a:spcPts val="0"/>
              </a:spcAft>
              <a:buClr>
                <a:schemeClr val="dk2"/>
              </a:buClr>
              <a:buSzPts val="2400"/>
              <a:buFont typeface="Noto Sans Symbols"/>
              <a:buChar char="■"/>
            </a:pPr>
            <a:r>
              <a:rPr lang="ja-JP" b="1" dirty="0"/>
              <a:t>REP (Robotics Enhancement Proposal)</a:t>
            </a:r>
            <a:endParaRPr b="1" baseline="30000" dirty="0"/>
          </a:p>
          <a:p>
            <a:pPr marL="557199" lvl="1" indent="-214308" algn="l" rtl="0">
              <a:spcBef>
                <a:spcPts val="440"/>
              </a:spcBef>
              <a:spcAft>
                <a:spcPts val="0"/>
              </a:spcAft>
              <a:buSzPts val="2200"/>
              <a:buChar char="–"/>
            </a:pPr>
            <a:r>
              <a:rPr lang="ja-JP" dirty="0"/>
              <a:t>A document explaining the what, how, and why</a:t>
            </a:r>
            <a:br>
              <a:rPr lang="ja-JP" dirty="0"/>
            </a:br>
            <a:r>
              <a:rPr lang="ja-JP" dirty="0"/>
              <a:t> of enhancements to </a:t>
            </a:r>
            <a:r>
              <a:rPr lang="ja-JP" b="1" dirty="0"/>
              <a:t>OSRA-governed projects</a:t>
            </a:r>
            <a:endParaRPr b="1" dirty="0"/>
          </a:p>
          <a:p>
            <a:pPr marL="557199" lvl="1" indent="-214308" algn="l" rtl="0">
              <a:spcBef>
                <a:spcPts val="440"/>
              </a:spcBef>
              <a:spcAft>
                <a:spcPts val="0"/>
              </a:spcAft>
              <a:buSzPts val="2200"/>
              <a:buChar char="–"/>
            </a:pPr>
            <a:r>
              <a:rPr lang="ja-JP" dirty="0"/>
              <a:t>Targets large changes spanning multiple PRs and repos</a:t>
            </a:r>
            <a:endParaRPr dirty="0"/>
          </a:p>
          <a:p>
            <a:pPr marL="557199" lvl="1" indent="-214308" algn="l" rtl="0">
              <a:spcBef>
                <a:spcPts val="440"/>
              </a:spcBef>
              <a:spcAft>
                <a:spcPts val="0"/>
              </a:spcAft>
              <a:buSzPts val="2200"/>
              <a:buChar char="–"/>
            </a:pPr>
            <a:r>
              <a:rPr lang="ja-JP" b="1" dirty="0"/>
              <a:t>Renamed in Oct. 2025 </a:t>
            </a:r>
            <a:r>
              <a:rPr lang="ja-JP" dirty="0"/>
              <a:t>(was: ROS Enhancement Proposal)</a:t>
            </a:r>
            <a:endParaRPr dirty="0"/>
          </a:p>
          <a:p>
            <a:pPr marL="257168" lvl="0" indent="-104768" algn="l" rtl="0">
              <a:spcBef>
                <a:spcPts val="480"/>
              </a:spcBef>
              <a:spcAft>
                <a:spcPts val="0"/>
              </a:spcAft>
              <a:buClr>
                <a:schemeClr val="dk2"/>
              </a:buClr>
              <a:buSzPts val="2400"/>
              <a:buFont typeface="Noto Sans Symbols"/>
              <a:buNone/>
            </a:pPr>
            <a:endParaRPr dirty="0"/>
          </a:p>
          <a:p>
            <a:pPr marL="342900" indent="-342900"/>
            <a:r>
              <a:rPr lang="ja-JP" b="1" dirty="0"/>
              <a:t>Standardization process based on REP </a:t>
            </a:r>
            <a:r>
              <a:rPr lang="ja-JP" baseline="30000" dirty="0"/>
              <a:t>[1]</a:t>
            </a:r>
            <a:endParaRPr dirty="0"/>
          </a:p>
          <a:p>
            <a:pPr marL="257168" lvl="0" indent="-104768" algn="l" rtl="0">
              <a:spcBef>
                <a:spcPts val="480"/>
              </a:spcBef>
              <a:spcAft>
                <a:spcPts val="0"/>
              </a:spcAft>
              <a:buClr>
                <a:schemeClr val="dk2"/>
              </a:buClr>
              <a:buSzPts val="2400"/>
              <a:buFont typeface="Noto Sans Symbols"/>
              <a:buNone/>
            </a:pPr>
            <a:endParaRPr dirty="0"/>
          </a:p>
        </p:txBody>
      </p:sp>
      <p:sp>
        <p:nvSpPr>
          <p:cNvPr id="282" name="Google Shape;282;p13">
            <a:extLst>
              <a:ext uri="{FF2B5EF4-FFF2-40B4-BE49-F238E27FC236}">
                <a16:creationId xmlns:a16="http://schemas.microsoft.com/office/drawing/2014/main" id="{7CB44B1A-8EA4-DAA6-D01C-6785FB235744}"/>
              </a:ext>
            </a:extLst>
          </p:cNvPr>
          <p:cNvSpPr txBox="1">
            <a:spLocks noGrp="1"/>
          </p:cNvSpPr>
          <p:nvPr>
            <p:ph type="sldNum" idx="12"/>
          </p:nvPr>
        </p:nvSpPr>
        <p:spPr>
          <a:xfrm>
            <a:off x="9348335" y="6535795"/>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ltLang="ja-JP" smtClean="0"/>
              <a:t>13</a:t>
            </a:fld>
            <a:r>
              <a:rPr lang="en-US" altLang="ja-JP" dirty="0"/>
              <a:t>/20</a:t>
            </a:r>
            <a:endParaRPr dirty="0"/>
          </a:p>
        </p:txBody>
      </p:sp>
      <p:sp>
        <p:nvSpPr>
          <p:cNvPr id="283" name="Google Shape;283;p13">
            <a:extLst>
              <a:ext uri="{FF2B5EF4-FFF2-40B4-BE49-F238E27FC236}">
                <a16:creationId xmlns:a16="http://schemas.microsoft.com/office/drawing/2014/main" id="{C90A1D80-FE2F-E1AB-3B6A-108044763C45}"/>
              </a:ext>
            </a:extLst>
          </p:cNvPr>
          <p:cNvSpPr/>
          <p:nvPr/>
        </p:nvSpPr>
        <p:spPr>
          <a:xfrm>
            <a:off x="8884077" y="717086"/>
            <a:ext cx="3035300" cy="1784350"/>
          </a:xfrm>
          <a:prstGeom prst="roundRect">
            <a:avLst>
              <a:gd name="adj" fmla="val 10973"/>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285750" marR="0" lvl="0" indent="-285750" algn="l" rtl="0">
              <a:spcBef>
                <a:spcPts val="0"/>
              </a:spcBef>
              <a:spcAft>
                <a:spcPts val="0"/>
              </a:spcAft>
              <a:buClr>
                <a:schemeClr val="dk1"/>
              </a:buClr>
              <a:buSzPts val="2000"/>
              <a:buFont typeface="Arial"/>
              <a:buChar char="•"/>
            </a:pPr>
            <a:r>
              <a:rPr lang="ja-JP" sz="2000">
                <a:solidFill>
                  <a:schemeClr val="dk1"/>
                </a:solidFill>
                <a:latin typeface="Arial"/>
                <a:ea typeface="Arial"/>
                <a:cs typeface="Arial"/>
                <a:sym typeface="Arial"/>
              </a:rPr>
              <a:t>ROS</a:t>
            </a:r>
            <a:endParaRPr/>
          </a:p>
          <a:p>
            <a:pPr marL="285750" marR="0" lvl="0" indent="-285750" algn="l" rtl="0">
              <a:spcBef>
                <a:spcPts val="0"/>
              </a:spcBef>
              <a:spcAft>
                <a:spcPts val="0"/>
              </a:spcAft>
              <a:buClr>
                <a:schemeClr val="dk1"/>
              </a:buClr>
              <a:buSzPts val="2000"/>
              <a:buFont typeface="Arial"/>
              <a:buChar char="•"/>
            </a:pPr>
            <a:r>
              <a:rPr lang="ja-JP" sz="2000">
                <a:solidFill>
                  <a:schemeClr val="dk1"/>
                </a:solidFill>
                <a:latin typeface="Arial"/>
                <a:ea typeface="Arial"/>
                <a:cs typeface="Arial"/>
                <a:sym typeface="Arial"/>
              </a:rPr>
              <a:t>Gazebo</a:t>
            </a:r>
            <a:endParaRPr/>
          </a:p>
          <a:p>
            <a:pPr marL="285750" marR="0" lvl="0" indent="-285750" algn="l" rtl="0">
              <a:spcBef>
                <a:spcPts val="0"/>
              </a:spcBef>
              <a:spcAft>
                <a:spcPts val="0"/>
              </a:spcAft>
              <a:buClr>
                <a:schemeClr val="dk1"/>
              </a:buClr>
              <a:buSzPts val="2000"/>
              <a:buFont typeface="Arial"/>
              <a:buChar char="•"/>
            </a:pPr>
            <a:r>
              <a:rPr lang="ja-JP" sz="2000">
                <a:solidFill>
                  <a:schemeClr val="dk1"/>
                </a:solidFill>
                <a:latin typeface="Arial"/>
                <a:ea typeface="Arial"/>
                <a:cs typeface="Arial"/>
                <a:sym typeface="Arial"/>
              </a:rPr>
              <a:t>Open-RMF</a:t>
            </a:r>
            <a:endParaRPr/>
          </a:p>
          <a:p>
            <a:pPr marL="285750" marR="0" lvl="0" indent="-285750" algn="l" rtl="0">
              <a:spcBef>
                <a:spcPts val="0"/>
              </a:spcBef>
              <a:spcAft>
                <a:spcPts val="0"/>
              </a:spcAft>
              <a:buClr>
                <a:schemeClr val="dk1"/>
              </a:buClr>
              <a:buSzPts val="2000"/>
              <a:buFont typeface="Arial"/>
              <a:buChar char="•"/>
            </a:pPr>
            <a:r>
              <a:rPr lang="ja-JP" sz="2000">
                <a:solidFill>
                  <a:schemeClr val="dk1"/>
                </a:solidFill>
                <a:latin typeface="Arial"/>
                <a:ea typeface="Arial"/>
                <a:cs typeface="Arial"/>
                <a:sym typeface="Arial"/>
              </a:rPr>
              <a:t>ROS Infrastructure</a:t>
            </a:r>
            <a:endParaRPr/>
          </a:p>
          <a:p>
            <a:pPr marL="285750" marR="0" lvl="0" indent="-285750" algn="l" rtl="0">
              <a:spcBef>
                <a:spcPts val="0"/>
              </a:spcBef>
              <a:spcAft>
                <a:spcPts val="0"/>
              </a:spcAft>
              <a:buClr>
                <a:schemeClr val="dk1"/>
              </a:buClr>
              <a:buSzPts val="2000"/>
              <a:buFont typeface="Arial"/>
              <a:buChar char="•"/>
            </a:pPr>
            <a:r>
              <a:rPr lang="ja-JP" sz="2000">
                <a:solidFill>
                  <a:schemeClr val="dk1"/>
                </a:solidFill>
                <a:latin typeface="Arial"/>
                <a:ea typeface="Arial"/>
                <a:cs typeface="Arial"/>
                <a:sym typeface="Arial"/>
              </a:rPr>
              <a:t>ros_control</a:t>
            </a:r>
            <a:endParaRPr sz="2000">
              <a:solidFill>
                <a:schemeClr val="dk1"/>
              </a:solidFill>
              <a:latin typeface="Arial"/>
              <a:ea typeface="Arial"/>
              <a:cs typeface="Arial"/>
              <a:sym typeface="Arial"/>
            </a:endParaRPr>
          </a:p>
        </p:txBody>
      </p:sp>
      <p:sp>
        <p:nvSpPr>
          <p:cNvPr id="284" name="Google Shape;284;p13">
            <a:extLst>
              <a:ext uri="{FF2B5EF4-FFF2-40B4-BE49-F238E27FC236}">
                <a16:creationId xmlns:a16="http://schemas.microsoft.com/office/drawing/2014/main" id="{97335C8E-8CF2-865D-39D9-F63910FB17F5}"/>
              </a:ext>
            </a:extLst>
          </p:cNvPr>
          <p:cNvSpPr txBox="1"/>
          <p:nvPr/>
        </p:nvSpPr>
        <p:spPr>
          <a:xfrm>
            <a:off x="9333165" y="2564611"/>
            <a:ext cx="2137125" cy="70788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ja-JP" sz="2000">
                <a:solidFill>
                  <a:schemeClr val="dk1"/>
                </a:solidFill>
                <a:latin typeface="Arial"/>
                <a:ea typeface="Arial"/>
                <a:cs typeface="Arial"/>
                <a:sym typeface="Arial"/>
              </a:rPr>
              <a:t>OSRA-governed </a:t>
            </a:r>
            <a:br>
              <a:rPr lang="ja-JP" sz="2000">
                <a:solidFill>
                  <a:schemeClr val="dk1"/>
                </a:solidFill>
                <a:latin typeface="Arial"/>
                <a:ea typeface="Arial"/>
                <a:cs typeface="Arial"/>
                <a:sym typeface="Arial"/>
              </a:rPr>
            </a:br>
            <a:r>
              <a:rPr lang="ja-JP" sz="2000">
                <a:solidFill>
                  <a:schemeClr val="dk1"/>
                </a:solidFill>
                <a:latin typeface="Arial"/>
                <a:ea typeface="Arial"/>
                <a:cs typeface="Arial"/>
                <a:sym typeface="Arial"/>
              </a:rPr>
              <a:t>OSS projects</a:t>
            </a:r>
            <a:endParaRPr sz="2000">
              <a:solidFill>
                <a:schemeClr val="dk1"/>
              </a:solidFill>
              <a:latin typeface="Arial"/>
              <a:ea typeface="Arial"/>
              <a:cs typeface="Arial"/>
              <a:sym typeface="Arial"/>
            </a:endParaRPr>
          </a:p>
        </p:txBody>
      </p:sp>
      <p:sp>
        <p:nvSpPr>
          <p:cNvPr id="285" name="Google Shape;285;p13">
            <a:extLst>
              <a:ext uri="{FF2B5EF4-FFF2-40B4-BE49-F238E27FC236}">
                <a16:creationId xmlns:a16="http://schemas.microsoft.com/office/drawing/2014/main" id="{4AD339D6-9842-CA51-6AA1-E5ACE755D784}"/>
              </a:ext>
            </a:extLst>
          </p:cNvPr>
          <p:cNvSpPr txBox="1"/>
          <p:nvPr/>
        </p:nvSpPr>
        <p:spPr>
          <a:xfrm>
            <a:off x="101600" y="4254500"/>
            <a:ext cx="1270000" cy="457200"/>
          </a:xfrm>
          <a:prstGeom prst="rect">
            <a:avLst/>
          </a:prstGeom>
          <a:noFill/>
          <a:ln>
            <a:noFill/>
          </a:ln>
        </p:spPr>
        <p:txBody>
          <a:bodyPr spcFirstLastPara="1" wrap="none" lIns="91425" tIns="45700" rIns="91425" bIns="45700" anchor="t" anchorCtr="0">
            <a:noAutofit/>
          </a:bodyPr>
          <a:lstStyle/>
          <a:p>
            <a:pPr marL="0" marR="0" lvl="0" indent="0" algn="ctr" rtl="0">
              <a:spcBef>
                <a:spcPts val="0"/>
              </a:spcBef>
              <a:spcAft>
                <a:spcPts val="0"/>
              </a:spcAft>
              <a:buNone/>
            </a:pPr>
            <a:r>
              <a:rPr lang="ja-JP" sz="2400" dirty="0">
                <a:solidFill>
                  <a:schemeClr val="dk1"/>
                </a:solidFill>
                <a:latin typeface="Arial"/>
                <a:ea typeface="Arial"/>
                <a:cs typeface="Arial"/>
                <a:sym typeface="Arial"/>
              </a:rPr>
              <a:t>Process</a:t>
            </a:r>
            <a:endParaRPr dirty="0"/>
          </a:p>
        </p:txBody>
      </p:sp>
      <p:sp>
        <p:nvSpPr>
          <p:cNvPr id="286" name="Google Shape;286;p13">
            <a:extLst>
              <a:ext uri="{FF2B5EF4-FFF2-40B4-BE49-F238E27FC236}">
                <a16:creationId xmlns:a16="http://schemas.microsoft.com/office/drawing/2014/main" id="{AC70E394-FE2E-D5C1-8848-5F2BD0F798F7}"/>
              </a:ext>
            </a:extLst>
          </p:cNvPr>
          <p:cNvSpPr txBox="1"/>
          <p:nvPr/>
        </p:nvSpPr>
        <p:spPr>
          <a:xfrm>
            <a:off x="101600" y="5551428"/>
            <a:ext cx="1270000" cy="457200"/>
          </a:xfrm>
          <a:prstGeom prst="rect">
            <a:avLst/>
          </a:prstGeom>
          <a:noFill/>
          <a:ln>
            <a:noFill/>
          </a:ln>
        </p:spPr>
        <p:txBody>
          <a:bodyPr spcFirstLastPara="1" wrap="none" lIns="91425" tIns="45700" rIns="91425" bIns="45700" anchor="t" anchorCtr="0">
            <a:noAutofit/>
          </a:bodyPr>
          <a:lstStyle/>
          <a:p>
            <a:pPr marL="0" marR="0" lvl="0" indent="0" algn="ctr" rtl="0">
              <a:spcBef>
                <a:spcPts val="0"/>
              </a:spcBef>
              <a:spcAft>
                <a:spcPts val="0"/>
              </a:spcAft>
              <a:buNone/>
            </a:pPr>
            <a:r>
              <a:rPr lang="ja-JP" sz="2400" dirty="0">
                <a:solidFill>
                  <a:schemeClr val="dk1"/>
                </a:solidFill>
                <a:latin typeface="Arial"/>
                <a:ea typeface="Arial"/>
                <a:cs typeface="Arial"/>
                <a:sym typeface="Arial"/>
              </a:rPr>
              <a:t>Status</a:t>
            </a:r>
            <a:endParaRPr sz="2400" dirty="0">
              <a:solidFill>
                <a:schemeClr val="dk1"/>
              </a:solidFill>
              <a:latin typeface="Arial"/>
              <a:ea typeface="Arial"/>
              <a:cs typeface="Arial"/>
              <a:sym typeface="Arial"/>
            </a:endParaRPr>
          </a:p>
        </p:txBody>
      </p:sp>
      <p:sp>
        <p:nvSpPr>
          <p:cNvPr id="287" name="Google Shape;287;p13">
            <a:extLst>
              <a:ext uri="{FF2B5EF4-FFF2-40B4-BE49-F238E27FC236}">
                <a16:creationId xmlns:a16="http://schemas.microsoft.com/office/drawing/2014/main" id="{A5B9F189-2DB0-2A96-DC0A-B11178C9D90A}"/>
              </a:ext>
            </a:extLst>
          </p:cNvPr>
          <p:cNvSpPr txBox="1"/>
          <p:nvPr/>
        </p:nvSpPr>
        <p:spPr>
          <a:xfrm>
            <a:off x="1634315" y="4102100"/>
            <a:ext cx="1372032" cy="762000"/>
          </a:xfrm>
          <a:prstGeom prst="rect">
            <a:avLst/>
          </a:prstGeom>
          <a:noFill/>
          <a:ln>
            <a:noFill/>
          </a:ln>
        </p:spPr>
        <p:txBody>
          <a:bodyPr spcFirstLastPara="1" wrap="square" lIns="91425" tIns="45700" rIns="91425" bIns="45700" anchor="b" anchorCtr="0">
            <a:noAutofit/>
          </a:bodyPr>
          <a:lstStyle/>
          <a:p>
            <a:pPr marL="0" marR="0" lvl="0" indent="0" algn="l" rtl="0">
              <a:spcBef>
                <a:spcPts val="0"/>
              </a:spcBef>
              <a:spcAft>
                <a:spcPts val="0"/>
              </a:spcAft>
              <a:buNone/>
            </a:pPr>
            <a:r>
              <a:rPr lang="ja-JP" sz="2400" dirty="0">
                <a:solidFill>
                  <a:schemeClr val="dk1"/>
                </a:solidFill>
                <a:latin typeface="Arial"/>
                <a:ea typeface="Arial"/>
                <a:cs typeface="Arial"/>
                <a:sym typeface="Arial"/>
              </a:rPr>
              <a:t>Discuss </a:t>
            </a:r>
            <a:br>
              <a:rPr lang="en-US" altLang="ja-JP" sz="2400" dirty="0">
                <a:solidFill>
                  <a:schemeClr val="dk1"/>
                </a:solidFill>
                <a:latin typeface="Arial"/>
                <a:ea typeface="Arial"/>
                <a:cs typeface="Arial"/>
                <a:sym typeface="Arial"/>
              </a:rPr>
            </a:br>
            <a:r>
              <a:rPr lang="ja-JP" sz="2400" dirty="0">
                <a:solidFill>
                  <a:schemeClr val="dk1"/>
                </a:solidFill>
                <a:latin typeface="Arial"/>
                <a:ea typeface="Arial"/>
                <a:cs typeface="Arial"/>
                <a:sym typeface="Arial"/>
              </a:rPr>
              <a:t>proposal</a:t>
            </a:r>
            <a:endParaRPr sz="2400" dirty="0">
              <a:solidFill>
                <a:schemeClr val="dk1"/>
              </a:solidFill>
              <a:latin typeface="Arial"/>
              <a:ea typeface="Arial"/>
              <a:cs typeface="Arial"/>
              <a:sym typeface="Arial"/>
            </a:endParaRPr>
          </a:p>
        </p:txBody>
      </p:sp>
      <p:sp>
        <p:nvSpPr>
          <p:cNvPr id="288" name="Google Shape;288;p13">
            <a:extLst>
              <a:ext uri="{FF2B5EF4-FFF2-40B4-BE49-F238E27FC236}">
                <a16:creationId xmlns:a16="http://schemas.microsoft.com/office/drawing/2014/main" id="{EFBA883F-2B90-7F33-4A2C-4960DB320516}"/>
              </a:ext>
            </a:extLst>
          </p:cNvPr>
          <p:cNvSpPr txBox="1"/>
          <p:nvPr/>
        </p:nvSpPr>
        <p:spPr>
          <a:xfrm>
            <a:off x="3170831" y="3810000"/>
            <a:ext cx="2822799" cy="1054100"/>
          </a:xfrm>
          <a:prstGeom prst="rect">
            <a:avLst/>
          </a:prstGeom>
          <a:noFill/>
          <a:ln>
            <a:noFill/>
          </a:ln>
        </p:spPr>
        <p:txBody>
          <a:bodyPr spcFirstLastPara="1" wrap="square" lIns="91425" tIns="45700" rIns="91425" bIns="45700" anchor="b" anchorCtr="0">
            <a:noAutofit/>
          </a:bodyPr>
          <a:lstStyle/>
          <a:p>
            <a:pPr marL="0" marR="0" lvl="0" indent="0" algn="l" rtl="0">
              <a:spcBef>
                <a:spcPts val="0"/>
              </a:spcBef>
              <a:spcAft>
                <a:spcPts val="0"/>
              </a:spcAft>
              <a:buNone/>
            </a:pPr>
            <a:r>
              <a:rPr lang="ja-JP" sz="2400" dirty="0">
                <a:solidFill>
                  <a:schemeClr val="dk1"/>
                </a:solidFill>
                <a:latin typeface="Arial"/>
                <a:ea typeface="Arial"/>
                <a:cs typeface="Arial"/>
                <a:sym typeface="Arial"/>
              </a:rPr>
              <a:t>REP doc created &amp;</a:t>
            </a:r>
            <a:endParaRPr sz="2400" dirty="0">
              <a:solidFill>
                <a:schemeClr val="dk1"/>
              </a:solidFill>
              <a:latin typeface="Arial"/>
              <a:ea typeface="Arial"/>
              <a:cs typeface="Arial"/>
              <a:sym typeface="Arial"/>
            </a:endParaRPr>
          </a:p>
          <a:p>
            <a:pPr marL="0" marR="0" lvl="0" indent="0" algn="l" rtl="0">
              <a:spcBef>
                <a:spcPts val="0"/>
              </a:spcBef>
              <a:spcAft>
                <a:spcPts val="0"/>
              </a:spcAft>
              <a:buNone/>
            </a:pPr>
            <a:r>
              <a:rPr lang="ja-JP" sz="2400" b="1" dirty="0">
                <a:solidFill>
                  <a:schemeClr val="dk1"/>
                </a:solidFill>
                <a:latin typeface="Arial"/>
                <a:ea typeface="Arial"/>
                <a:cs typeface="Arial"/>
                <a:sym typeface="Arial"/>
              </a:rPr>
              <a:t>merged to the </a:t>
            </a:r>
            <a:br>
              <a:rPr lang="en-US" altLang="ja-JP" sz="2400" b="1" dirty="0">
                <a:solidFill>
                  <a:schemeClr val="dk1"/>
                </a:solidFill>
                <a:latin typeface="Arial"/>
                <a:ea typeface="Arial"/>
                <a:cs typeface="Arial"/>
                <a:sym typeface="Arial"/>
              </a:rPr>
            </a:br>
            <a:r>
              <a:rPr lang="ja-JP" sz="2400" b="1" dirty="0">
                <a:solidFill>
                  <a:schemeClr val="dk1"/>
                </a:solidFill>
                <a:latin typeface="Arial"/>
                <a:ea typeface="Arial"/>
                <a:cs typeface="Arial"/>
                <a:sym typeface="Arial"/>
              </a:rPr>
              <a:t>reps</a:t>
            </a:r>
            <a:r>
              <a:rPr lang="ja-JP" altLang="en-US" sz="2400" b="1" dirty="0">
                <a:solidFill>
                  <a:schemeClr val="dk1"/>
                </a:solidFill>
                <a:latin typeface="Arial"/>
                <a:ea typeface="Arial"/>
                <a:cs typeface="Arial"/>
                <a:sym typeface="Arial"/>
              </a:rPr>
              <a:t> </a:t>
            </a:r>
            <a:r>
              <a:rPr lang="ja-JP" sz="2400" b="1" dirty="0">
                <a:solidFill>
                  <a:schemeClr val="dk1"/>
                </a:solidFill>
                <a:latin typeface="Arial"/>
                <a:ea typeface="Arial"/>
                <a:cs typeface="Arial"/>
                <a:sym typeface="Arial"/>
              </a:rPr>
              <a:t>repo</a:t>
            </a:r>
            <a:r>
              <a:rPr lang="en-US" altLang="ja-JP" sz="2400" b="1" dirty="0" err="1">
                <a:solidFill>
                  <a:schemeClr val="dk1"/>
                </a:solidFill>
                <a:latin typeface="Arial"/>
                <a:ea typeface="Arial"/>
                <a:cs typeface="Arial"/>
                <a:sym typeface="Arial"/>
              </a:rPr>
              <a:t>sitory</a:t>
            </a:r>
            <a:endParaRPr sz="2400" b="1" dirty="0">
              <a:solidFill>
                <a:schemeClr val="dk1"/>
              </a:solidFill>
              <a:latin typeface="Arial"/>
              <a:ea typeface="Arial"/>
              <a:cs typeface="Arial"/>
              <a:sym typeface="Arial"/>
            </a:endParaRPr>
          </a:p>
        </p:txBody>
      </p:sp>
      <p:sp>
        <p:nvSpPr>
          <p:cNvPr id="289" name="Google Shape;289;p13">
            <a:extLst>
              <a:ext uri="{FF2B5EF4-FFF2-40B4-BE49-F238E27FC236}">
                <a16:creationId xmlns:a16="http://schemas.microsoft.com/office/drawing/2014/main" id="{C5DA6AD1-6FBF-0ECB-EF77-7E2CFA11552C}"/>
              </a:ext>
            </a:extLst>
          </p:cNvPr>
          <p:cNvSpPr txBox="1"/>
          <p:nvPr/>
        </p:nvSpPr>
        <p:spPr>
          <a:xfrm>
            <a:off x="6158113" y="4102100"/>
            <a:ext cx="1778000" cy="762000"/>
          </a:xfrm>
          <a:prstGeom prst="rect">
            <a:avLst/>
          </a:prstGeom>
          <a:noFill/>
          <a:ln>
            <a:noFill/>
          </a:ln>
        </p:spPr>
        <p:txBody>
          <a:bodyPr spcFirstLastPara="1" wrap="square" lIns="91425" tIns="45700" rIns="91425" bIns="45700" anchor="b" anchorCtr="0">
            <a:noAutofit/>
          </a:bodyPr>
          <a:lstStyle/>
          <a:p>
            <a:pPr marL="0" marR="0" lvl="0" indent="0" algn="l" rtl="0">
              <a:spcBef>
                <a:spcPts val="0"/>
              </a:spcBef>
              <a:spcAft>
                <a:spcPts val="0"/>
              </a:spcAft>
              <a:buNone/>
            </a:pPr>
            <a:r>
              <a:rPr lang="ja-JP" sz="2400" dirty="0">
                <a:solidFill>
                  <a:schemeClr val="dk1"/>
                </a:solidFill>
                <a:latin typeface="Arial"/>
                <a:ea typeface="Arial"/>
                <a:cs typeface="Arial"/>
                <a:sym typeface="Arial"/>
              </a:rPr>
              <a:t>Discuss &amp; </a:t>
            </a:r>
            <a:br>
              <a:rPr lang="ja-JP" sz="2400" dirty="0">
                <a:solidFill>
                  <a:schemeClr val="dk1"/>
                </a:solidFill>
                <a:latin typeface="Arial"/>
                <a:ea typeface="Arial"/>
                <a:cs typeface="Arial"/>
                <a:sym typeface="Arial"/>
              </a:rPr>
            </a:br>
            <a:r>
              <a:rPr lang="ja-JP" sz="2400" dirty="0">
                <a:solidFill>
                  <a:schemeClr val="dk1"/>
                </a:solidFill>
                <a:latin typeface="Arial"/>
                <a:ea typeface="Arial"/>
                <a:cs typeface="Arial"/>
                <a:sym typeface="Arial"/>
              </a:rPr>
              <a:t>implement</a:t>
            </a:r>
            <a:endParaRPr sz="2400" dirty="0">
              <a:solidFill>
                <a:schemeClr val="dk1"/>
              </a:solidFill>
              <a:latin typeface="Arial"/>
              <a:ea typeface="Arial"/>
              <a:cs typeface="Arial"/>
              <a:sym typeface="Arial"/>
            </a:endParaRPr>
          </a:p>
        </p:txBody>
      </p:sp>
      <p:sp>
        <p:nvSpPr>
          <p:cNvPr id="290" name="Google Shape;290;p13">
            <a:extLst>
              <a:ext uri="{FF2B5EF4-FFF2-40B4-BE49-F238E27FC236}">
                <a16:creationId xmlns:a16="http://schemas.microsoft.com/office/drawing/2014/main" id="{70AF2343-DCE8-AABD-3E23-7487DC11CCA1}"/>
              </a:ext>
            </a:extLst>
          </p:cNvPr>
          <p:cNvSpPr txBox="1"/>
          <p:nvPr/>
        </p:nvSpPr>
        <p:spPr>
          <a:xfrm>
            <a:off x="8213197" y="3628097"/>
            <a:ext cx="1766004" cy="1236003"/>
          </a:xfrm>
          <a:prstGeom prst="rect">
            <a:avLst/>
          </a:prstGeom>
          <a:noFill/>
          <a:ln>
            <a:noFill/>
          </a:ln>
        </p:spPr>
        <p:txBody>
          <a:bodyPr spcFirstLastPara="1" wrap="square" lIns="91425" tIns="45700" rIns="91425" bIns="45700" anchor="b" anchorCtr="0">
            <a:noAutofit/>
          </a:bodyPr>
          <a:lstStyle/>
          <a:p>
            <a:pPr marL="0" marR="0" lvl="0" indent="0" algn="l" rtl="0">
              <a:spcBef>
                <a:spcPts val="0"/>
              </a:spcBef>
              <a:spcAft>
                <a:spcPts val="0"/>
              </a:spcAft>
              <a:buNone/>
            </a:pPr>
            <a:r>
              <a:rPr lang="ja-JP" sz="2400" dirty="0">
                <a:solidFill>
                  <a:schemeClr val="dk1"/>
                </a:solidFill>
                <a:latin typeface="Arial"/>
                <a:ea typeface="Arial"/>
                <a:cs typeface="Arial"/>
                <a:sym typeface="Arial"/>
              </a:rPr>
              <a:t>ROS PMC </a:t>
            </a:r>
            <a:br>
              <a:rPr lang="en-US" altLang="ja-JP" sz="2400" dirty="0">
                <a:solidFill>
                  <a:schemeClr val="dk1"/>
                </a:solidFill>
                <a:latin typeface="Arial"/>
                <a:ea typeface="Arial"/>
                <a:cs typeface="Arial"/>
                <a:sym typeface="Arial"/>
              </a:rPr>
            </a:br>
            <a:r>
              <a:rPr lang="ja-JP" sz="2400" dirty="0">
                <a:solidFill>
                  <a:schemeClr val="dk1"/>
                </a:solidFill>
                <a:latin typeface="Arial"/>
                <a:ea typeface="Arial"/>
                <a:cs typeface="Arial"/>
                <a:sym typeface="Arial"/>
              </a:rPr>
              <a:t>approval requested</a:t>
            </a:r>
            <a:endParaRPr sz="2400" dirty="0">
              <a:solidFill>
                <a:schemeClr val="dk1"/>
              </a:solidFill>
              <a:latin typeface="Arial"/>
              <a:ea typeface="Arial"/>
              <a:cs typeface="Arial"/>
              <a:sym typeface="Arial"/>
            </a:endParaRPr>
          </a:p>
        </p:txBody>
      </p:sp>
      <p:sp>
        <p:nvSpPr>
          <p:cNvPr id="292" name="Google Shape;292;p13">
            <a:extLst>
              <a:ext uri="{FF2B5EF4-FFF2-40B4-BE49-F238E27FC236}">
                <a16:creationId xmlns:a16="http://schemas.microsoft.com/office/drawing/2014/main" id="{38B67B06-7104-00FD-3A99-32F873D2FCB2}"/>
              </a:ext>
            </a:extLst>
          </p:cNvPr>
          <p:cNvSpPr txBox="1"/>
          <p:nvPr/>
        </p:nvSpPr>
        <p:spPr>
          <a:xfrm>
            <a:off x="5175250" y="5576828"/>
            <a:ext cx="1270000" cy="4064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ja-JP" sz="2400" b="1" dirty="0">
                <a:solidFill>
                  <a:schemeClr val="accent6"/>
                </a:solidFill>
                <a:latin typeface="Arial"/>
                <a:ea typeface="Arial"/>
                <a:cs typeface="Arial"/>
                <a:sym typeface="Arial"/>
              </a:rPr>
              <a:t>Draft</a:t>
            </a:r>
            <a:endParaRPr sz="2400" b="1" dirty="0">
              <a:solidFill>
                <a:schemeClr val="accent6"/>
              </a:solidFill>
              <a:latin typeface="Arial"/>
              <a:ea typeface="Arial"/>
              <a:cs typeface="Arial"/>
              <a:sym typeface="Arial"/>
            </a:endParaRPr>
          </a:p>
        </p:txBody>
      </p:sp>
      <p:sp>
        <p:nvSpPr>
          <p:cNvPr id="293" name="Google Shape;293;p13">
            <a:extLst>
              <a:ext uri="{FF2B5EF4-FFF2-40B4-BE49-F238E27FC236}">
                <a16:creationId xmlns:a16="http://schemas.microsoft.com/office/drawing/2014/main" id="{37EFAC78-A6DF-C9A6-0EED-D18D772FC2BD}"/>
              </a:ext>
            </a:extLst>
          </p:cNvPr>
          <p:cNvSpPr txBox="1"/>
          <p:nvPr/>
        </p:nvSpPr>
        <p:spPr>
          <a:xfrm>
            <a:off x="8190812" y="5576828"/>
            <a:ext cx="1608667" cy="4064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ja-JP" sz="2400" b="1" dirty="0">
                <a:solidFill>
                  <a:srgbClr val="FF0000"/>
                </a:solidFill>
                <a:latin typeface="Arial"/>
                <a:ea typeface="Arial"/>
                <a:cs typeface="Arial"/>
                <a:sym typeface="Arial"/>
              </a:rPr>
              <a:t>Accepted</a:t>
            </a:r>
            <a:endParaRPr sz="2400" b="1" dirty="0">
              <a:solidFill>
                <a:srgbClr val="FF0000"/>
              </a:solidFill>
            </a:endParaRPr>
          </a:p>
        </p:txBody>
      </p:sp>
      <p:sp>
        <p:nvSpPr>
          <p:cNvPr id="294" name="Google Shape;294;p13">
            <a:extLst>
              <a:ext uri="{FF2B5EF4-FFF2-40B4-BE49-F238E27FC236}">
                <a16:creationId xmlns:a16="http://schemas.microsoft.com/office/drawing/2014/main" id="{8C6AB53C-9840-DD23-472A-EE9BE46B5717}"/>
              </a:ext>
            </a:extLst>
          </p:cNvPr>
          <p:cNvSpPr txBox="1"/>
          <p:nvPr/>
        </p:nvSpPr>
        <p:spPr>
          <a:xfrm>
            <a:off x="10181179" y="5576828"/>
            <a:ext cx="1524000" cy="4064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ja-JP" sz="2400" b="1" dirty="0">
                <a:solidFill>
                  <a:srgbClr val="00B050"/>
                </a:solidFill>
                <a:latin typeface="Arial"/>
                <a:ea typeface="Arial"/>
                <a:cs typeface="Arial"/>
                <a:sym typeface="Arial"/>
              </a:rPr>
              <a:t>Finalized</a:t>
            </a:r>
            <a:endParaRPr sz="2400" b="1" dirty="0">
              <a:solidFill>
                <a:srgbClr val="00B050"/>
              </a:solidFill>
            </a:endParaRPr>
          </a:p>
        </p:txBody>
      </p:sp>
      <p:sp>
        <p:nvSpPr>
          <p:cNvPr id="295" name="Google Shape;295;p13">
            <a:extLst>
              <a:ext uri="{FF2B5EF4-FFF2-40B4-BE49-F238E27FC236}">
                <a16:creationId xmlns:a16="http://schemas.microsoft.com/office/drawing/2014/main" id="{5828C9DD-3929-DA4D-5F2E-69BBF073F9E2}"/>
              </a:ext>
            </a:extLst>
          </p:cNvPr>
          <p:cNvSpPr txBox="1"/>
          <p:nvPr/>
        </p:nvSpPr>
        <p:spPr>
          <a:xfrm>
            <a:off x="0" y="6444734"/>
            <a:ext cx="734848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sz="1800">
                <a:solidFill>
                  <a:schemeClr val="dk1"/>
                </a:solidFill>
                <a:latin typeface="Arial"/>
                <a:ea typeface="Arial"/>
                <a:cs typeface="Arial"/>
                <a:sym typeface="Arial"/>
              </a:rPr>
              <a:t>[1] </a:t>
            </a:r>
            <a:r>
              <a:rPr lang="ja-JP" sz="1800" b="1">
                <a:solidFill>
                  <a:schemeClr val="dk1"/>
                </a:solidFill>
                <a:latin typeface="Arial"/>
                <a:ea typeface="Arial"/>
                <a:cs typeface="Arial"/>
                <a:sym typeface="Arial"/>
              </a:rPr>
              <a:t>REP 0001:2025</a:t>
            </a:r>
            <a:r>
              <a:rPr lang="ja-JP" sz="1800">
                <a:solidFill>
                  <a:schemeClr val="dk1"/>
                </a:solidFill>
                <a:latin typeface="Arial"/>
                <a:ea typeface="Arial"/>
                <a:cs typeface="Arial"/>
                <a:sym typeface="Arial"/>
              </a:rPr>
              <a:t>, </a:t>
            </a:r>
            <a:r>
              <a:rPr lang="ja-JP" sz="1800" u="sng">
                <a:solidFill>
                  <a:schemeClr val="dk1"/>
                </a:solidFill>
                <a:latin typeface="Arial"/>
                <a:ea typeface="Arial"/>
                <a:cs typeface="Arial"/>
                <a:sym typeface="Arial"/>
                <a:hlinkClick r:id="rId3">
                  <a:extLst>
                    <a:ext uri="{A12FA001-AC4F-418D-AE19-62706E023703}">
                      <ahyp:hlinkClr xmlns:ahyp="http://schemas.microsoft.com/office/drawing/2018/hyperlinkcolor" val="tx"/>
                    </a:ext>
                  </a:extLst>
                </a:hlinkClick>
              </a:rPr>
              <a:t>https://reps.openrobotics.org/rep-0001-2025/</a:t>
            </a:r>
            <a:endParaRPr sz="1800">
              <a:solidFill>
                <a:schemeClr val="dk1"/>
              </a:solidFill>
              <a:latin typeface="Arial"/>
              <a:ea typeface="Arial"/>
              <a:cs typeface="Arial"/>
              <a:sym typeface="Arial"/>
            </a:endParaRPr>
          </a:p>
        </p:txBody>
      </p:sp>
      <p:cxnSp>
        <p:nvCxnSpPr>
          <p:cNvPr id="296" name="Google Shape;296;p13">
            <a:extLst>
              <a:ext uri="{FF2B5EF4-FFF2-40B4-BE49-F238E27FC236}">
                <a16:creationId xmlns:a16="http://schemas.microsoft.com/office/drawing/2014/main" id="{F36DDA5B-8E71-8502-0CF2-761DFA8756CF}"/>
              </a:ext>
            </a:extLst>
          </p:cNvPr>
          <p:cNvCxnSpPr>
            <a:cxnSpLocks/>
            <a:endCxn id="6" idx="5"/>
          </p:cNvCxnSpPr>
          <p:nvPr/>
        </p:nvCxnSpPr>
        <p:spPr>
          <a:xfrm flipH="1" flipV="1">
            <a:off x="7214751" y="5388701"/>
            <a:ext cx="395684" cy="699804"/>
          </a:xfrm>
          <a:prstGeom prst="straightConnector1">
            <a:avLst/>
          </a:prstGeom>
          <a:noFill/>
          <a:ln w="76200" cap="flat" cmpd="sng">
            <a:solidFill>
              <a:srgbClr val="FF0000"/>
            </a:solidFill>
            <a:prstDash val="solid"/>
            <a:round/>
            <a:headEnd type="none" w="sm" len="sm"/>
            <a:tailEnd type="triangle" w="med" len="med"/>
          </a:ln>
        </p:spPr>
      </p:cxnSp>
      <p:sp>
        <p:nvSpPr>
          <p:cNvPr id="297" name="Google Shape;297;p13">
            <a:extLst>
              <a:ext uri="{FF2B5EF4-FFF2-40B4-BE49-F238E27FC236}">
                <a16:creationId xmlns:a16="http://schemas.microsoft.com/office/drawing/2014/main" id="{9E3879CE-C87C-6B5D-19B0-C9ABBB07D5FC}"/>
              </a:ext>
            </a:extLst>
          </p:cNvPr>
          <p:cNvSpPr txBox="1"/>
          <p:nvPr/>
        </p:nvSpPr>
        <p:spPr>
          <a:xfrm>
            <a:off x="7137678" y="6140914"/>
            <a:ext cx="2421467" cy="4616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sz="2400" dirty="0">
                <a:solidFill>
                  <a:srgbClr val="FF0000"/>
                </a:solidFill>
                <a:latin typeface="Arial"/>
                <a:ea typeface="Arial"/>
                <a:cs typeface="Arial"/>
                <a:sym typeface="Arial"/>
              </a:rPr>
              <a:t>ros2log is here!</a:t>
            </a:r>
            <a:endParaRPr sz="2400" dirty="0">
              <a:solidFill>
                <a:srgbClr val="FF0000"/>
              </a:solidFill>
              <a:latin typeface="Arial"/>
              <a:ea typeface="Arial"/>
              <a:cs typeface="Arial"/>
              <a:sym typeface="Arial"/>
            </a:endParaRPr>
          </a:p>
        </p:txBody>
      </p:sp>
      <p:sp>
        <p:nvSpPr>
          <p:cNvPr id="3" name="矢印: 右 2">
            <a:extLst>
              <a:ext uri="{FF2B5EF4-FFF2-40B4-BE49-F238E27FC236}">
                <a16:creationId xmlns:a16="http://schemas.microsoft.com/office/drawing/2014/main" id="{63B8D502-9584-69CC-8E4D-FD368D834C5F}"/>
              </a:ext>
            </a:extLst>
          </p:cNvPr>
          <p:cNvSpPr/>
          <p:nvPr/>
        </p:nvSpPr>
        <p:spPr>
          <a:xfrm>
            <a:off x="1651000" y="4911792"/>
            <a:ext cx="10350500" cy="61854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400"/>
          </a:p>
        </p:txBody>
      </p:sp>
      <p:sp>
        <p:nvSpPr>
          <p:cNvPr id="4" name="楕円 3">
            <a:extLst>
              <a:ext uri="{FF2B5EF4-FFF2-40B4-BE49-F238E27FC236}">
                <a16:creationId xmlns:a16="http://schemas.microsoft.com/office/drawing/2014/main" id="{10470033-07B8-A16D-EDB5-D414A004BF18}"/>
              </a:ext>
            </a:extLst>
          </p:cNvPr>
          <p:cNvSpPr/>
          <p:nvPr/>
        </p:nvSpPr>
        <p:spPr>
          <a:xfrm>
            <a:off x="1973179" y="4983987"/>
            <a:ext cx="474152" cy="474152"/>
          </a:xfrm>
          <a:prstGeom prst="ellipse">
            <a:avLst/>
          </a:prstGeom>
          <a:solidFill>
            <a:srgbClr val="FFFFFF"/>
          </a:solidFill>
          <a:ln w="28575" cap="flat" cmpd="sng" algn="ctr">
            <a:solidFill>
              <a:srgbClr val="4F81BD"/>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sz="2400"/>
          </a:p>
        </p:txBody>
      </p:sp>
      <p:sp>
        <p:nvSpPr>
          <p:cNvPr id="5" name="楕円 4">
            <a:extLst>
              <a:ext uri="{FF2B5EF4-FFF2-40B4-BE49-F238E27FC236}">
                <a16:creationId xmlns:a16="http://schemas.microsoft.com/office/drawing/2014/main" id="{4E5B58E5-6DDB-FAEC-0D40-99F551A83AB2}"/>
              </a:ext>
            </a:extLst>
          </p:cNvPr>
          <p:cNvSpPr/>
          <p:nvPr/>
        </p:nvSpPr>
        <p:spPr>
          <a:xfrm>
            <a:off x="4235078" y="4983987"/>
            <a:ext cx="474152" cy="474152"/>
          </a:xfrm>
          <a:prstGeom prst="ellipse">
            <a:avLst/>
          </a:prstGeom>
          <a:solidFill>
            <a:srgbClr val="FFFFFF"/>
          </a:solidFill>
          <a:ln w="57150" cap="flat" cmpd="sng" algn="ctr">
            <a:solidFill>
              <a:srgbClr val="FFC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sz="2400"/>
          </a:p>
        </p:txBody>
      </p:sp>
      <p:sp>
        <p:nvSpPr>
          <p:cNvPr id="6" name="楕円 5">
            <a:extLst>
              <a:ext uri="{FF2B5EF4-FFF2-40B4-BE49-F238E27FC236}">
                <a16:creationId xmlns:a16="http://schemas.microsoft.com/office/drawing/2014/main" id="{2B00CA54-A57D-065E-C65F-728576BADA41}"/>
              </a:ext>
            </a:extLst>
          </p:cNvPr>
          <p:cNvSpPr/>
          <p:nvPr/>
        </p:nvSpPr>
        <p:spPr>
          <a:xfrm>
            <a:off x="6810037" y="4983987"/>
            <a:ext cx="474152" cy="474152"/>
          </a:xfrm>
          <a:prstGeom prst="ellipse">
            <a:avLst/>
          </a:prstGeom>
          <a:solidFill>
            <a:srgbClr val="FFFFFF"/>
          </a:solidFill>
          <a:ln w="57150" cap="flat" cmpd="sng" algn="ctr">
            <a:solidFill>
              <a:srgbClr val="FFC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sz="2400"/>
          </a:p>
        </p:txBody>
      </p:sp>
      <p:sp>
        <p:nvSpPr>
          <p:cNvPr id="7" name="楕円 6">
            <a:extLst>
              <a:ext uri="{FF2B5EF4-FFF2-40B4-BE49-F238E27FC236}">
                <a16:creationId xmlns:a16="http://schemas.microsoft.com/office/drawing/2014/main" id="{3D4C0B39-8B89-911E-E20D-F500025E241F}"/>
              </a:ext>
            </a:extLst>
          </p:cNvPr>
          <p:cNvSpPr/>
          <p:nvPr/>
        </p:nvSpPr>
        <p:spPr>
          <a:xfrm>
            <a:off x="8758069" y="4983987"/>
            <a:ext cx="474152" cy="474152"/>
          </a:xfrm>
          <a:prstGeom prst="ellipse">
            <a:avLst/>
          </a:prstGeom>
          <a:solidFill>
            <a:srgbClr val="FFFFFF"/>
          </a:solidFill>
          <a:ln w="57150" cap="flat" cmpd="sng" algn="ctr">
            <a:solidFill>
              <a:srgbClr val="FF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sz="2400"/>
          </a:p>
        </p:txBody>
      </p:sp>
      <p:sp>
        <p:nvSpPr>
          <p:cNvPr id="291" name="Google Shape;291;p13">
            <a:extLst>
              <a:ext uri="{FF2B5EF4-FFF2-40B4-BE49-F238E27FC236}">
                <a16:creationId xmlns:a16="http://schemas.microsoft.com/office/drawing/2014/main" id="{35D8277D-66ED-95C8-96D1-967C9D448F64}"/>
              </a:ext>
            </a:extLst>
          </p:cNvPr>
          <p:cNvSpPr txBox="1"/>
          <p:nvPr/>
        </p:nvSpPr>
        <p:spPr>
          <a:xfrm>
            <a:off x="10256284" y="4102100"/>
            <a:ext cx="1373790" cy="762000"/>
          </a:xfrm>
          <a:prstGeom prst="rect">
            <a:avLst/>
          </a:prstGeom>
          <a:noFill/>
          <a:ln>
            <a:noFill/>
          </a:ln>
        </p:spPr>
        <p:txBody>
          <a:bodyPr spcFirstLastPara="1" wrap="square" lIns="91425" tIns="45700" rIns="91425" bIns="45700" anchor="b" anchorCtr="0">
            <a:noAutofit/>
          </a:bodyPr>
          <a:lstStyle/>
          <a:p>
            <a:pPr marL="0" marR="0" lvl="0" indent="0" algn="l" rtl="0">
              <a:spcBef>
                <a:spcPts val="0"/>
              </a:spcBef>
              <a:spcAft>
                <a:spcPts val="0"/>
              </a:spcAft>
              <a:buNone/>
            </a:pPr>
            <a:r>
              <a:rPr lang="ja-JP" sz="2400" dirty="0">
                <a:solidFill>
                  <a:schemeClr val="dk1"/>
                </a:solidFill>
                <a:latin typeface="Arial"/>
                <a:ea typeface="Arial"/>
                <a:cs typeface="Arial"/>
                <a:sym typeface="Arial"/>
              </a:rPr>
              <a:t>All code merged</a:t>
            </a:r>
            <a:endParaRPr sz="2400" dirty="0">
              <a:solidFill>
                <a:schemeClr val="dk1"/>
              </a:solidFill>
              <a:latin typeface="Arial"/>
              <a:ea typeface="Arial"/>
              <a:cs typeface="Arial"/>
              <a:sym typeface="Arial"/>
            </a:endParaRPr>
          </a:p>
        </p:txBody>
      </p:sp>
      <p:sp>
        <p:nvSpPr>
          <p:cNvPr id="8" name="楕円 7">
            <a:extLst>
              <a:ext uri="{FF2B5EF4-FFF2-40B4-BE49-F238E27FC236}">
                <a16:creationId xmlns:a16="http://schemas.microsoft.com/office/drawing/2014/main" id="{90113E9D-28DA-F654-7AD2-EFA24770027E}"/>
              </a:ext>
            </a:extLst>
          </p:cNvPr>
          <p:cNvSpPr/>
          <p:nvPr/>
        </p:nvSpPr>
        <p:spPr>
          <a:xfrm>
            <a:off x="10706103" y="4983987"/>
            <a:ext cx="474152" cy="474152"/>
          </a:xfrm>
          <a:prstGeom prst="ellipse">
            <a:avLst/>
          </a:prstGeom>
          <a:solidFill>
            <a:srgbClr val="FFFFFF"/>
          </a:solidFill>
          <a:ln w="57150" cap="flat" cmpd="sng" algn="ctr">
            <a:solidFill>
              <a:srgbClr val="00B05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sz="2400"/>
          </a:p>
        </p:txBody>
      </p:sp>
    </p:spTree>
    <p:extLst>
      <p:ext uri="{BB962C8B-B14F-4D97-AF65-F5344CB8AC3E}">
        <p14:creationId xmlns:p14="http://schemas.microsoft.com/office/powerpoint/2010/main" val="10219378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14"/>
          <p:cNvSpPr txBox="1">
            <a:spLocks noGrp="1"/>
          </p:cNvSpPr>
          <p:nvPr>
            <p:ph type="title"/>
          </p:nvPr>
        </p:nvSpPr>
        <p:spPr>
          <a:xfrm>
            <a:off x="431372" y="10491"/>
            <a:ext cx="11760627" cy="706595"/>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200"/>
              <a:buFont typeface="Arial"/>
              <a:buNone/>
            </a:pPr>
            <a:r>
              <a:rPr lang="ja-JP"/>
              <a:t>Overview</a:t>
            </a:r>
            <a:endParaRPr/>
          </a:p>
        </p:txBody>
      </p:sp>
      <p:sp>
        <p:nvSpPr>
          <p:cNvPr id="303" name="Google Shape;303;p14"/>
          <p:cNvSpPr txBox="1">
            <a:spLocks noGrp="1"/>
          </p:cNvSpPr>
          <p:nvPr>
            <p:ph type="sldNum" idx="12"/>
          </p:nvPr>
        </p:nvSpPr>
        <p:spPr>
          <a:xfrm>
            <a:off x="9348335" y="6535795"/>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ltLang="ja-JP" smtClean="0"/>
              <a:t>14</a:t>
            </a:fld>
            <a:r>
              <a:rPr lang="en-US" altLang="ja-JP" dirty="0"/>
              <a:t>/20</a:t>
            </a:r>
            <a:endParaRPr dirty="0"/>
          </a:p>
        </p:txBody>
      </p:sp>
      <p:sp>
        <p:nvSpPr>
          <p:cNvPr id="304" name="Google Shape;304;p14"/>
          <p:cNvSpPr/>
          <p:nvPr/>
        </p:nvSpPr>
        <p:spPr>
          <a:xfrm>
            <a:off x="4565116" y="739895"/>
            <a:ext cx="2576700" cy="377421"/>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8000" tIns="0" rIns="18000" bIns="0" anchor="ctr" anchorCtr="0">
            <a:noAutofit/>
          </a:bodyPr>
          <a:lstStyle/>
          <a:p>
            <a:pPr marL="0" marR="0" lvl="0" indent="0" algn="ctr" rtl="0">
              <a:spcBef>
                <a:spcPts val="0"/>
              </a:spcBef>
              <a:spcAft>
                <a:spcPts val="0"/>
              </a:spcAft>
              <a:buNone/>
            </a:pPr>
            <a:r>
              <a:rPr lang="ja-JP" sz="2400">
                <a:solidFill>
                  <a:schemeClr val="dk1"/>
                </a:solidFill>
                <a:latin typeface="Arial"/>
                <a:ea typeface="Arial"/>
                <a:cs typeface="Arial"/>
                <a:sym typeface="Arial"/>
              </a:rPr>
              <a:t>ROS 2 app(cpp)</a:t>
            </a:r>
            <a:endParaRPr sz="2400">
              <a:solidFill>
                <a:schemeClr val="dk1"/>
              </a:solidFill>
              <a:latin typeface="Arial"/>
              <a:ea typeface="Arial"/>
              <a:cs typeface="Arial"/>
              <a:sym typeface="Arial"/>
            </a:endParaRPr>
          </a:p>
        </p:txBody>
      </p:sp>
      <p:sp>
        <p:nvSpPr>
          <p:cNvPr id="305" name="Google Shape;305;p14"/>
          <p:cNvSpPr/>
          <p:nvPr/>
        </p:nvSpPr>
        <p:spPr>
          <a:xfrm>
            <a:off x="4565116" y="1399962"/>
            <a:ext cx="2576700" cy="377421"/>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8000" tIns="0" rIns="18000" bIns="0" anchor="ctr" anchorCtr="0">
            <a:noAutofit/>
          </a:bodyPr>
          <a:lstStyle/>
          <a:p>
            <a:pPr marL="0" marR="0" lvl="0" indent="0" algn="ctr" rtl="0">
              <a:spcBef>
                <a:spcPts val="0"/>
              </a:spcBef>
              <a:spcAft>
                <a:spcPts val="0"/>
              </a:spcAft>
              <a:buNone/>
            </a:pPr>
            <a:r>
              <a:rPr lang="ja-JP" sz="2400">
                <a:solidFill>
                  <a:schemeClr val="dk1"/>
                </a:solidFill>
                <a:latin typeface="Arial"/>
                <a:ea typeface="Arial"/>
                <a:cs typeface="Arial"/>
                <a:sym typeface="Arial"/>
              </a:rPr>
              <a:t>rclcpp</a:t>
            </a:r>
            <a:endParaRPr sz="2400">
              <a:solidFill>
                <a:schemeClr val="dk1"/>
              </a:solidFill>
              <a:latin typeface="Arial"/>
              <a:ea typeface="Arial"/>
              <a:cs typeface="Arial"/>
              <a:sym typeface="Arial"/>
            </a:endParaRPr>
          </a:p>
        </p:txBody>
      </p:sp>
      <p:sp>
        <p:nvSpPr>
          <p:cNvPr id="306" name="Google Shape;306;p14"/>
          <p:cNvSpPr/>
          <p:nvPr/>
        </p:nvSpPr>
        <p:spPr>
          <a:xfrm>
            <a:off x="7462042" y="1399962"/>
            <a:ext cx="2993738" cy="377421"/>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8000" tIns="0" rIns="18000" bIns="0" anchor="ctr" anchorCtr="0">
            <a:noAutofit/>
          </a:bodyPr>
          <a:lstStyle/>
          <a:p>
            <a:pPr marL="0" marR="0" lvl="0" indent="0" algn="ctr" rtl="0">
              <a:spcBef>
                <a:spcPts val="0"/>
              </a:spcBef>
              <a:spcAft>
                <a:spcPts val="0"/>
              </a:spcAft>
              <a:buNone/>
            </a:pPr>
            <a:r>
              <a:rPr lang="ja-JP" sz="2400">
                <a:solidFill>
                  <a:schemeClr val="dk1"/>
                </a:solidFill>
                <a:latin typeface="Arial"/>
                <a:ea typeface="Arial"/>
                <a:cs typeface="Arial"/>
                <a:sym typeface="Arial"/>
              </a:rPr>
              <a:t>rclpy</a:t>
            </a:r>
            <a:endParaRPr sz="2400">
              <a:solidFill>
                <a:schemeClr val="dk1"/>
              </a:solidFill>
              <a:latin typeface="Arial"/>
              <a:ea typeface="Arial"/>
              <a:cs typeface="Arial"/>
              <a:sym typeface="Arial"/>
            </a:endParaRPr>
          </a:p>
        </p:txBody>
      </p:sp>
      <p:sp>
        <p:nvSpPr>
          <p:cNvPr id="307" name="Google Shape;307;p14"/>
          <p:cNvSpPr/>
          <p:nvPr/>
        </p:nvSpPr>
        <p:spPr>
          <a:xfrm>
            <a:off x="4565116" y="2065708"/>
            <a:ext cx="5890664" cy="377421"/>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8000" tIns="0" rIns="18000" bIns="0" anchor="ctr" anchorCtr="0">
            <a:noAutofit/>
          </a:bodyPr>
          <a:lstStyle/>
          <a:p>
            <a:pPr marL="0" marR="0" lvl="0" indent="0" algn="ctr" rtl="0">
              <a:spcBef>
                <a:spcPts val="0"/>
              </a:spcBef>
              <a:spcAft>
                <a:spcPts val="0"/>
              </a:spcAft>
              <a:buNone/>
            </a:pPr>
            <a:r>
              <a:rPr lang="ja-JP" sz="2400">
                <a:solidFill>
                  <a:schemeClr val="dk1"/>
                </a:solidFill>
                <a:latin typeface="Arial"/>
                <a:ea typeface="Arial"/>
                <a:cs typeface="Arial"/>
                <a:sym typeface="Arial"/>
              </a:rPr>
              <a:t>rcutils (log level hash map)</a:t>
            </a:r>
            <a:endParaRPr sz="2400">
              <a:solidFill>
                <a:schemeClr val="dk1"/>
              </a:solidFill>
              <a:latin typeface="Arial"/>
              <a:ea typeface="Arial"/>
              <a:cs typeface="Arial"/>
              <a:sym typeface="Arial"/>
            </a:endParaRPr>
          </a:p>
        </p:txBody>
      </p:sp>
      <p:sp>
        <p:nvSpPr>
          <p:cNvPr id="308" name="Google Shape;308;p14"/>
          <p:cNvSpPr/>
          <p:nvPr/>
        </p:nvSpPr>
        <p:spPr>
          <a:xfrm>
            <a:off x="7462042" y="739894"/>
            <a:ext cx="2993738" cy="377421"/>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8000" tIns="0" rIns="18000" bIns="0" anchor="ctr" anchorCtr="0">
            <a:noAutofit/>
          </a:bodyPr>
          <a:lstStyle/>
          <a:p>
            <a:pPr marL="0" marR="0" lvl="0" indent="0" algn="ctr" rtl="0">
              <a:spcBef>
                <a:spcPts val="0"/>
              </a:spcBef>
              <a:spcAft>
                <a:spcPts val="0"/>
              </a:spcAft>
              <a:buNone/>
            </a:pPr>
            <a:r>
              <a:rPr lang="ja-JP" sz="2400">
                <a:solidFill>
                  <a:schemeClr val="dk1"/>
                </a:solidFill>
                <a:latin typeface="Arial"/>
                <a:ea typeface="Arial"/>
                <a:cs typeface="Arial"/>
                <a:sym typeface="Arial"/>
              </a:rPr>
              <a:t>ROS 2 app(python)</a:t>
            </a:r>
            <a:endParaRPr sz="2400">
              <a:solidFill>
                <a:schemeClr val="dk1"/>
              </a:solidFill>
              <a:latin typeface="Arial"/>
              <a:ea typeface="Arial"/>
              <a:cs typeface="Arial"/>
              <a:sym typeface="Arial"/>
            </a:endParaRPr>
          </a:p>
        </p:txBody>
      </p:sp>
      <p:sp>
        <p:nvSpPr>
          <p:cNvPr id="309" name="Google Shape;309;p14"/>
          <p:cNvSpPr/>
          <p:nvPr/>
        </p:nvSpPr>
        <p:spPr>
          <a:xfrm>
            <a:off x="4565116" y="2725775"/>
            <a:ext cx="5890664" cy="1988074"/>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8000" tIns="0" rIns="18000" bIns="0" anchor="t" anchorCtr="0">
            <a:noAutofit/>
          </a:bodyPr>
          <a:lstStyle/>
          <a:p>
            <a:pPr marL="0" marR="0" lvl="0" indent="0" algn="ctr" rtl="0">
              <a:spcBef>
                <a:spcPts val="0"/>
              </a:spcBef>
              <a:spcAft>
                <a:spcPts val="0"/>
              </a:spcAft>
              <a:buNone/>
            </a:pPr>
            <a:r>
              <a:rPr lang="ja-JP" sz="2400">
                <a:solidFill>
                  <a:schemeClr val="dk1"/>
                </a:solidFill>
                <a:latin typeface="Arial"/>
                <a:ea typeface="Arial"/>
                <a:cs typeface="Arial"/>
                <a:sym typeface="Arial"/>
              </a:rPr>
              <a:t>rcl</a:t>
            </a:r>
            <a:endParaRPr sz="2400">
              <a:solidFill>
                <a:schemeClr val="dk1"/>
              </a:solidFill>
              <a:latin typeface="Arial"/>
              <a:ea typeface="Arial"/>
              <a:cs typeface="Arial"/>
              <a:sym typeface="Arial"/>
            </a:endParaRPr>
          </a:p>
          <a:p>
            <a:pPr marL="0" marR="0" lvl="0" indent="0" algn="ctr" rtl="0">
              <a:spcBef>
                <a:spcPts val="0"/>
              </a:spcBef>
              <a:spcAft>
                <a:spcPts val="0"/>
              </a:spcAft>
              <a:buNone/>
            </a:pPr>
            <a:endParaRPr sz="2400">
              <a:solidFill>
                <a:schemeClr val="dk1"/>
              </a:solidFill>
              <a:latin typeface="Arial"/>
              <a:ea typeface="Arial"/>
              <a:cs typeface="Arial"/>
              <a:sym typeface="Arial"/>
            </a:endParaRPr>
          </a:p>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310" name="Google Shape;310;p14"/>
          <p:cNvSpPr/>
          <p:nvPr/>
        </p:nvSpPr>
        <p:spPr>
          <a:xfrm>
            <a:off x="6166246" y="3227388"/>
            <a:ext cx="3365791" cy="43072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8000" tIns="0" rIns="18000" bIns="0" anchor="ctr" anchorCtr="0">
            <a:noAutofit/>
          </a:bodyPr>
          <a:lstStyle/>
          <a:p>
            <a:pPr marL="0" marR="0" lvl="0" indent="0" algn="ctr" rtl="0">
              <a:spcBef>
                <a:spcPts val="0"/>
              </a:spcBef>
              <a:spcAft>
                <a:spcPts val="0"/>
              </a:spcAft>
              <a:buNone/>
            </a:pPr>
            <a:r>
              <a:rPr lang="ja-JP" sz="2400">
                <a:solidFill>
                  <a:schemeClr val="dk1"/>
                </a:solidFill>
                <a:latin typeface="Arial"/>
                <a:ea typeface="Arial"/>
                <a:cs typeface="Arial"/>
                <a:sym typeface="Arial"/>
              </a:rPr>
              <a:t>rcl_logging_interface</a:t>
            </a:r>
            <a:endParaRPr sz="2400">
              <a:solidFill>
                <a:schemeClr val="dk1"/>
              </a:solidFill>
              <a:latin typeface="Arial"/>
              <a:ea typeface="Arial"/>
              <a:cs typeface="Arial"/>
              <a:sym typeface="Arial"/>
            </a:endParaRPr>
          </a:p>
        </p:txBody>
      </p:sp>
      <p:sp>
        <p:nvSpPr>
          <p:cNvPr id="311" name="Google Shape;311;p14"/>
          <p:cNvSpPr/>
          <p:nvPr/>
        </p:nvSpPr>
        <p:spPr>
          <a:xfrm>
            <a:off x="6154316" y="3778359"/>
            <a:ext cx="3377725" cy="833780"/>
          </a:xfrm>
          <a:prstGeom prst="rect">
            <a:avLst/>
          </a:prstGeom>
          <a:solidFill>
            <a:schemeClr val="lt1"/>
          </a:solidFill>
          <a:ln w="25400" cap="flat" cmpd="sng">
            <a:solidFill>
              <a:srgbClr val="FF0000"/>
            </a:solidFill>
            <a:prstDash val="solid"/>
            <a:round/>
            <a:headEnd type="none" w="sm" len="sm"/>
            <a:tailEnd type="none" w="sm" len="sm"/>
          </a:ln>
        </p:spPr>
        <p:txBody>
          <a:bodyPr spcFirstLastPara="1" wrap="square" lIns="18000" tIns="0" rIns="18000" bIns="0" anchor="ctr" anchorCtr="0">
            <a:noAutofit/>
          </a:bodyPr>
          <a:lstStyle/>
          <a:p>
            <a:pPr marL="0" marR="0" lvl="0" indent="0" algn="ctr" rtl="0">
              <a:spcBef>
                <a:spcPts val="0"/>
              </a:spcBef>
              <a:spcAft>
                <a:spcPts val="0"/>
              </a:spcAft>
              <a:buNone/>
            </a:pPr>
            <a:r>
              <a:rPr lang="ja-JP" sz="2400" b="1">
                <a:solidFill>
                  <a:schemeClr val="dk1"/>
                </a:solidFill>
                <a:latin typeface="Arial"/>
                <a:ea typeface="Arial"/>
                <a:cs typeface="Arial"/>
                <a:sym typeface="Arial"/>
              </a:rPr>
              <a:t>rcl_logging_</a:t>
            </a:r>
            <a:br>
              <a:rPr lang="ja-JP" sz="2400" b="1">
                <a:solidFill>
                  <a:schemeClr val="dk1"/>
                </a:solidFill>
                <a:latin typeface="Arial"/>
                <a:ea typeface="Arial"/>
                <a:cs typeface="Arial"/>
                <a:sym typeface="Arial"/>
              </a:rPr>
            </a:br>
            <a:r>
              <a:rPr lang="ja-JP" sz="2400" b="1">
                <a:solidFill>
                  <a:schemeClr val="dk1"/>
                </a:solidFill>
                <a:latin typeface="Arial"/>
                <a:ea typeface="Arial"/>
                <a:cs typeface="Arial"/>
                <a:sym typeface="Arial"/>
              </a:rPr>
              <a:t>implementation</a:t>
            </a:r>
            <a:endParaRPr sz="2400" b="1">
              <a:solidFill>
                <a:schemeClr val="dk1"/>
              </a:solidFill>
              <a:latin typeface="Arial"/>
              <a:ea typeface="Arial"/>
              <a:cs typeface="Arial"/>
              <a:sym typeface="Arial"/>
            </a:endParaRPr>
          </a:p>
        </p:txBody>
      </p:sp>
      <p:sp>
        <p:nvSpPr>
          <p:cNvPr id="312" name="Google Shape;312;p14"/>
          <p:cNvSpPr/>
          <p:nvPr/>
        </p:nvSpPr>
        <p:spPr>
          <a:xfrm>
            <a:off x="4788531" y="3227388"/>
            <a:ext cx="1154303" cy="43072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8000" tIns="0" rIns="18000" bIns="0" anchor="ctr" anchorCtr="0">
            <a:noAutofit/>
          </a:bodyPr>
          <a:lstStyle/>
          <a:p>
            <a:pPr marL="0" marR="0" lvl="0" indent="0" algn="ctr" rtl="0">
              <a:spcBef>
                <a:spcPts val="0"/>
              </a:spcBef>
              <a:spcAft>
                <a:spcPts val="0"/>
              </a:spcAft>
              <a:buNone/>
            </a:pPr>
            <a:r>
              <a:rPr lang="ja-JP" sz="2400">
                <a:solidFill>
                  <a:schemeClr val="dk1"/>
                </a:solidFill>
                <a:latin typeface="Arial"/>
                <a:ea typeface="Arial"/>
                <a:cs typeface="Arial"/>
                <a:sym typeface="Arial"/>
              </a:rPr>
              <a:t>rosout</a:t>
            </a:r>
            <a:endParaRPr sz="2400">
              <a:solidFill>
                <a:schemeClr val="dk1"/>
              </a:solidFill>
              <a:latin typeface="Arial"/>
              <a:ea typeface="Arial"/>
              <a:cs typeface="Arial"/>
              <a:sym typeface="Arial"/>
            </a:endParaRPr>
          </a:p>
        </p:txBody>
      </p:sp>
      <p:sp>
        <p:nvSpPr>
          <p:cNvPr id="313" name="Google Shape;313;p14"/>
          <p:cNvSpPr/>
          <p:nvPr/>
        </p:nvSpPr>
        <p:spPr>
          <a:xfrm>
            <a:off x="9152070" y="5013295"/>
            <a:ext cx="1064936" cy="6632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8000" tIns="0" rIns="18000" bIns="0" anchor="ctr" anchorCtr="0">
            <a:noAutofit/>
          </a:bodyPr>
          <a:lstStyle/>
          <a:p>
            <a:pPr marL="0" marR="0" lvl="0" indent="0" algn="ctr" rtl="0">
              <a:spcBef>
                <a:spcPts val="0"/>
              </a:spcBef>
              <a:spcAft>
                <a:spcPts val="0"/>
              </a:spcAft>
              <a:buNone/>
            </a:pPr>
            <a:r>
              <a:rPr lang="ja-JP" sz="2400">
                <a:solidFill>
                  <a:schemeClr val="dk1"/>
                </a:solidFill>
                <a:latin typeface="Arial"/>
                <a:ea typeface="Arial"/>
                <a:cs typeface="Arial"/>
                <a:sym typeface="Arial"/>
              </a:rPr>
              <a:t>stdout</a:t>
            </a:r>
            <a:endParaRPr sz="2400">
              <a:solidFill>
                <a:schemeClr val="dk1"/>
              </a:solidFill>
              <a:latin typeface="Arial"/>
              <a:ea typeface="Arial"/>
              <a:cs typeface="Arial"/>
              <a:sym typeface="Arial"/>
            </a:endParaRPr>
          </a:p>
        </p:txBody>
      </p:sp>
      <p:sp>
        <p:nvSpPr>
          <p:cNvPr id="314" name="Google Shape;314;p14"/>
          <p:cNvSpPr/>
          <p:nvPr/>
        </p:nvSpPr>
        <p:spPr>
          <a:xfrm>
            <a:off x="6166246" y="5013295"/>
            <a:ext cx="1103347" cy="663200"/>
          </a:xfrm>
          <a:prstGeom prst="rect">
            <a:avLst/>
          </a:prstGeom>
          <a:solidFill>
            <a:schemeClr val="lt1"/>
          </a:solidFill>
          <a:ln w="28575" cap="flat" cmpd="sng">
            <a:solidFill>
              <a:schemeClr val="accent1"/>
            </a:solidFill>
            <a:prstDash val="solid"/>
            <a:round/>
            <a:headEnd type="none" w="sm" len="sm"/>
            <a:tailEnd type="none" w="sm" len="sm"/>
          </a:ln>
        </p:spPr>
        <p:txBody>
          <a:bodyPr spcFirstLastPara="1" wrap="square" lIns="18000" tIns="0" rIns="18000" bIns="0" anchor="ctr" anchorCtr="0">
            <a:noAutofit/>
          </a:bodyPr>
          <a:lstStyle/>
          <a:p>
            <a:pPr marL="0" marR="0" lvl="0" indent="0" algn="ctr" rtl="0">
              <a:spcBef>
                <a:spcPts val="0"/>
              </a:spcBef>
              <a:spcAft>
                <a:spcPts val="0"/>
              </a:spcAft>
              <a:buNone/>
            </a:pPr>
            <a:r>
              <a:rPr lang="ja-JP" sz="2400">
                <a:solidFill>
                  <a:schemeClr val="dk1"/>
                </a:solidFill>
                <a:latin typeface="Arial"/>
                <a:ea typeface="Arial"/>
                <a:cs typeface="Arial"/>
                <a:sym typeface="Arial"/>
              </a:rPr>
              <a:t>spdlog</a:t>
            </a:r>
            <a:endParaRPr sz="2400">
              <a:solidFill>
                <a:schemeClr val="dk1"/>
              </a:solidFill>
              <a:latin typeface="Arial"/>
              <a:ea typeface="Arial"/>
              <a:cs typeface="Arial"/>
              <a:sym typeface="Arial"/>
            </a:endParaRPr>
          </a:p>
        </p:txBody>
      </p:sp>
      <p:sp>
        <p:nvSpPr>
          <p:cNvPr id="315" name="Google Shape;315;p14"/>
          <p:cNvSpPr/>
          <p:nvPr/>
        </p:nvSpPr>
        <p:spPr>
          <a:xfrm>
            <a:off x="4773635" y="5013295"/>
            <a:ext cx="1184090" cy="6632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8000" tIns="0" rIns="18000" bIns="0" anchor="ctr" anchorCtr="0">
            <a:noAutofit/>
          </a:bodyPr>
          <a:lstStyle/>
          <a:p>
            <a:pPr marL="0" marR="0" lvl="0" indent="0" algn="ctr" rtl="0">
              <a:spcBef>
                <a:spcPts val="0"/>
              </a:spcBef>
              <a:spcAft>
                <a:spcPts val="0"/>
              </a:spcAft>
              <a:buNone/>
            </a:pPr>
            <a:r>
              <a:rPr lang="ja-JP" sz="2400">
                <a:solidFill>
                  <a:schemeClr val="dk1"/>
                </a:solidFill>
                <a:latin typeface="Arial"/>
                <a:ea typeface="Arial"/>
                <a:cs typeface="Arial"/>
                <a:sym typeface="Arial"/>
              </a:rPr>
              <a:t>rmw</a:t>
            </a:r>
            <a:endParaRPr sz="2400">
              <a:solidFill>
                <a:schemeClr val="dk1"/>
              </a:solidFill>
              <a:latin typeface="Arial"/>
              <a:ea typeface="Arial"/>
              <a:cs typeface="Arial"/>
              <a:sym typeface="Arial"/>
            </a:endParaRPr>
          </a:p>
        </p:txBody>
      </p:sp>
      <p:cxnSp>
        <p:nvCxnSpPr>
          <p:cNvPr id="316" name="Google Shape;316;p14"/>
          <p:cNvCxnSpPr>
            <a:stCxn id="304" idx="2"/>
            <a:endCxn id="305" idx="0"/>
          </p:cNvCxnSpPr>
          <p:nvPr/>
        </p:nvCxnSpPr>
        <p:spPr>
          <a:xfrm>
            <a:off x="5853466" y="1117316"/>
            <a:ext cx="0" cy="282600"/>
          </a:xfrm>
          <a:prstGeom prst="straightConnector1">
            <a:avLst/>
          </a:prstGeom>
          <a:noFill/>
          <a:ln w="9525" cap="flat" cmpd="sng">
            <a:solidFill>
              <a:srgbClr val="4A7DBA"/>
            </a:solidFill>
            <a:prstDash val="solid"/>
            <a:round/>
            <a:headEnd type="none" w="sm" len="sm"/>
            <a:tailEnd type="triangle" w="med" len="med"/>
          </a:ln>
        </p:spPr>
      </p:cxnSp>
      <p:cxnSp>
        <p:nvCxnSpPr>
          <p:cNvPr id="317" name="Google Shape;317;p14"/>
          <p:cNvCxnSpPr>
            <a:stCxn id="305" idx="2"/>
          </p:cNvCxnSpPr>
          <p:nvPr/>
        </p:nvCxnSpPr>
        <p:spPr>
          <a:xfrm>
            <a:off x="5853466" y="1777383"/>
            <a:ext cx="0" cy="282600"/>
          </a:xfrm>
          <a:prstGeom prst="straightConnector1">
            <a:avLst/>
          </a:prstGeom>
          <a:noFill/>
          <a:ln w="9525" cap="flat" cmpd="sng">
            <a:solidFill>
              <a:srgbClr val="4A7DBA"/>
            </a:solidFill>
            <a:prstDash val="solid"/>
            <a:round/>
            <a:headEnd type="none" w="sm" len="sm"/>
            <a:tailEnd type="triangle" w="med" len="med"/>
          </a:ln>
        </p:spPr>
      </p:cxnSp>
      <p:cxnSp>
        <p:nvCxnSpPr>
          <p:cNvPr id="318" name="Google Shape;318;p14"/>
          <p:cNvCxnSpPr>
            <a:endCxn id="312" idx="0"/>
          </p:cNvCxnSpPr>
          <p:nvPr/>
        </p:nvCxnSpPr>
        <p:spPr>
          <a:xfrm>
            <a:off x="5365683" y="2443188"/>
            <a:ext cx="0" cy="784200"/>
          </a:xfrm>
          <a:prstGeom prst="straightConnector1">
            <a:avLst/>
          </a:prstGeom>
          <a:noFill/>
          <a:ln w="9525" cap="flat" cmpd="sng">
            <a:solidFill>
              <a:srgbClr val="4A7DBA"/>
            </a:solidFill>
            <a:prstDash val="solid"/>
            <a:round/>
            <a:headEnd type="none" w="sm" len="sm"/>
            <a:tailEnd type="triangle" w="med" len="med"/>
          </a:ln>
        </p:spPr>
      </p:cxnSp>
      <p:cxnSp>
        <p:nvCxnSpPr>
          <p:cNvPr id="319" name="Google Shape;319;p14"/>
          <p:cNvCxnSpPr/>
          <p:nvPr/>
        </p:nvCxnSpPr>
        <p:spPr>
          <a:xfrm>
            <a:off x="7730137" y="2443129"/>
            <a:ext cx="0" cy="766977"/>
          </a:xfrm>
          <a:prstGeom prst="straightConnector1">
            <a:avLst/>
          </a:prstGeom>
          <a:noFill/>
          <a:ln w="9525" cap="flat" cmpd="sng">
            <a:solidFill>
              <a:srgbClr val="4A7DBA"/>
            </a:solidFill>
            <a:prstDash val="solid"/>
            <a:round/>
            <a:headEnd type="none" w="sm" len="sm"/>
            <a:tailEnd type="triangle" w="med" len="med"/>
          </a:ln>
        </p:spPr>
      </p:cxnSp>
      <p:cxnSp>
        <p:nvCxnSpPr>
          <p:cNvPr id="320" name="Google Shape;320;p14"/>
          <p:cNvCxnSpPr>
            <a:endCxn id="313" idx="0"/>
          </p:cNvCxnSpPr>
          <p:nvPr/>
        </p:nvCxnSpPr>
        <p:spPr>
          <a:xfrm>
            <a:off x="9684538" y="2448895"/>
            <a:ext cx="0" cy="2564400"/>
          </a:xfrm>
          <a:prstGeom prst="straightConnector1">
            <a:avLst/>
          </a:prstGeom>
          <a:noFill/>
          <a:ln w="9525" cap="flat" cmpd="sng">
            <a:solidFill>
              <a:srgbClr val="4A7DBA"/>
            </a:solidFill>
            <a:prstDash val="solid"/>
            <a:round/>
            <a:headEnd type="none" w="sm" len="sm"/>
            <a:tailEnd type="triangle" w="med" len="med"/>
          </a:ln>
        </p:spPr>
      </p:cxnSp>
      <p:cxnSp>
        <p:nvCxnSpPr>
          <p:cNvPr id="321" name="Google Shape;321;p14"/>
          <p:cNvCxnSpPr>
            <a:stCxn id="308" idx="2"/>
            <a:endCxn id="306" idx="0"/>
          </p:cNvCxnSpPr>
          <p:nvPr/>
        </p:nvCxnSpPr>
        <p:spPr>
          <a:xfrm>
            <a:off x="8958911" y="1117315"/>
            <a:ext cx="0" cy="282600"/>
          </a:xfrm>
          <a:prstGeom prst="straightConnector1">
            <a:avLst/>
          </a:prstGeom>
          <a:noFill/>
          <a:ln w="9525" cap="flat" cmpd="sng">
            <a:solidFill>
              <a:srgbClr val="4A7DBA"/>
            </a:solidFill>
            <a:prstDash val="solid"/>
            <a:round/>
            <a:headEnd type="none" w="sm" len="sm"/>
            <a:tailEnd type="triangle" w="med" len="med"/>
          </a:ln>
        </p:spPr>
      </p:cxnSp>
      <p:cxnSp>
        <p:nvCxnSpPr>
          <p:cNvPr id="322" name="Google Shape;322;p14"/>
          <p:cNvCxnSpPr>
            <a:stCxn id="306" idx="2"/>
          </p:cNvCxnSpPr>
          <p:nvPr/>
        </p:nvCxnSpPr>
        <p:spPr>
          <a:xfrm>
            <a:off x="8958911" y="1777383"/>
            <a:ext cx="0" cy="282600"/>
          </a:xfrm>
          <a:prstGeom prst="straightConnector1">
            <a:avLst/>
          </a:prstGeom>
          <a:noFill/>
          <a:ln w="9525" cap="flat" cmpd="sng">
            <a:solidFill>
              <a:srgbClr val="4A7DBA"/>
            </a:solidFill>
            <a:prstDash val="solid"/>
            <a:round/>
            <a:headEnd type="none" w="sm" len="sm"/>
            <a:tailEnd type="triangle" w="med" len="med"/>
          </a:ln>
        </p:spPr>
      </p:cxnSp>
      <p:cxnSp>
        <p:nvCxnSpPr>
          <p:cNvPr id="323" name="Google Shape;323;p14"/>
          <p:cNvCxnSpPr>
            <a:stCxn id="311" idx="2"/>
            <a:endCxn id="314" idx="0"/>
          </p:cNvCxnSpPr>
          <p:nvPr/>
        </p:nvCxnSpPr>
        <p:spPr>
          <a:xfrm flipH="1">
            <a:off x="6717879" y="4612139"/>
            <a:ext cx="1125300" cy="401100"/>
          </a:xfrm>
          <a:prstGeom prst="straightConnector1">
            <a:avLst/>
          </a:prstGeom>
          <a:noFill/>
          <a:ln w="9525" cap="flat" cmpd="sng">
            <a:solidFill>
              <a:srgbClr val="4A7DBA"/>
            </a:solidFill>
            <a:prstDash val="solid"/>
            <a:round/>
            <a:headEnd type="none" w="sm" len="sm"/>
            <a:tailEnd type="triangle" w="med" len="med"/>
          </a:ln>
        </p:spPr>
      </p:cxnSp>
      <p:cxnSp>
        <p:nvCxnSpPr>
          <p:cNvPr id="324" name="Google Shape;324;p14"/>
          <p:cNvCxnSpPr>
            <a:stCxn id="312" idx="2"/>
            <a:endCxn id="315" idx="0"/>
          </p:cNvCxnSpPr>
          <p:nvPr/>
        </p:nvCxnSpPr>
        <p:spPr>
          <a:xfrm>
            <a:off x="5365683" y="3658108"/>
            <a:ext cx="0" cy="1355100"/>
          </a:xfrm>
          <a:prstGeom prst="straightConnector1">
            <a:avLst/>
          </a:prstGeom>
          <a:noFill/>
          <a:ln w="9525" cap="flat" cmpd="sng">
            <a:solidFill>
              <a:srgbClr val="4A7DBA"/>
            </a:solidFill>
            <a:prstDash val="solid"/>
            <a:round/>
            <a:headEnd type="none" w="sm" len="sm"/>
            <a:tailEnd type="triangle" w="med" len="med"/>
          </a:ln>
        </p:spPr>
      </p:cxnSp>
      <p:sp>
        <p:nvSpPr>
          <p:cNvPr id="325" name="Google Shape;325;p14"/>
          <p:cNvSpPr/>
          <p:nvPr/>
        </p:nvSpPr>
        <p:spPr>
          <a:xfrm>
            <a:off x="7389043" y="5013293"/>
            <a:ext cx="1142749" cy="663200"/>
          </a:xfrm>
          <a:prstGeom prst="rect">
            <a:avLst/>
          </a:prstGeom>
          <a:solidFill>
            <a:schemeClr val="lt1"/>
          </a:solidFill>
          <a:ln w="28575" cap="flat" cmpd="sng">
            <a:solidFill>
              <a:schemeClr val="accent1"/>
            </a:solidFill>
            <a:prstDash val="solid"/>
            <a:round/>
            <a:headEnd type="none" w="sm" len="sm"/>
            <a:tailEnd type="none" w="sm" len="sm"/>
          </a:ln>
        </p:spPr>
        <p:txBody>
          <a:bodyPr spcFirstLastPara="1" wrap="square" lIns="18000" tIns="0" rIns="18000" bIns="0" anchor="ctr" anchorCtr="0">
            <a:noAutofit/>
          </a:bodyPr>
          <a:lstStyle/>
          <a:p>
            <a:pPr marL="0" marR="0" lvl="0" indent="0" algn="ctr" rtl="0">
              <a:spcBef>
                <a:spcPts val="0"/>
              </a:spcBef>
              <a:spcAft>
                <a:spcPts val="0"/>
              </a:spcAft>
              <a:buNone/>
            </a:pPr>
            <a:r>
              <a:rPr lang="ja-JP" sz="2400">
                <a:solidFill>
                  <a:schemeClr val="dk1"/>
                </a:solidFill>
                <a:latin typeface="Arial"/>
                <a:ea typeface="Arial"/>
                <a:cs typeface="Arial"/>
                <a:sym typeface="Arial"/>
              </a:rPr>
              <a:t>rsyslog</a:t>
            </a:r>
            <a:endParaRPr sz="2400">
              <a:solidFill>
                <a:schemeClr val="dk1"/>
              </a:solidFill>
              <a:latin typeface="Arial"/>
              <a:ea typeface="Arial"/>
              <a:cs typeface="Arial"/>
              <a:sym typeface="Arial"/>
            </a:endParaRPr>
          </a:p>
        </p:txBody>
      </p:sp>
      <p:cxnSp>
        <p:nvCxnSpPr>
          <p:cNvPr id="326" name="Google Shape;326;p14"/>
          <p:cNvCxnSpPr>
            <a:stCxn id="311" idx="2"/>
            <a:endCxn id="325" idx="0"/>
          </p:cNvCxnSpPr>
          <p:nvPr/>
        </p:nvCxnSpPr>
        <p:spPr>
          <a:xfrm>
            <a:off x="7843179" y="4612139"/>
            <a:ext cx="117300" cy="401100"/>
          </a:xfrm>
          <a:prstGeom prst="straightConnector1">
            <a:avLst/>
          </a:prstGeom>
          <a:noFill/>
          <a:ln w="9525" cap="flat" cmpd="sng">
            <a:solidFill>
              <a:srgbClr val="4A7DBA"/>
            </a:solidFill>
            <a:prstDash val="solid"/>
            <a:round/>
            <a:headEnd type="none" w="sm" len="sm"/>
            <a:tailEnd type="triangle" w="med" len="med"/>
          </a:ln>
        </p:spPr>
      </p:cxnSp>
      <p:sp>
        <p:nvSpPr>
          <p:cNvPr id="327" name="Google Shape;327;p14"/>
          <p:cNvSpPr txBox="1"/>
          <p:nvPr/>
        </p:nvSpPr>
        <p:spPr>
          <a:xfrm>
            <a:off x="8593053" y="5092920"/>
            <a:ext cx="469463" cy="503847"/>
          </a:xfrm>
          <a:prstGeom prst="rect">
            <a:avLst/>
          </a:prstGeom>
          <a:noFill/>
          <a:ln>
            <a:noFill/>
          </a:ln>
        </p:spPr>
        <p:txBody>
          <a:bodyPr spcFirstLastPara="1" wrap="square" lIns="18000" tIns="0" rIns="18000" bIns="0" anchor="t" anchorCtr="0">
            <a:spAutoFit/>
          </a:bodyPr>
          <a:lstStyle/>
          <a:p>
            <a:pPr marL="0" marR="0" lvl="0" indent="0" algn="l" rtl="0">
              <a:spcBef>
                <a:spcPts val="0"/>
              </a:spcBef>
              <a:spcAft>
                <a:spcPts val="0"/>
              </a:spcAft>
              <a:buNone/>
            </a:pPr>
            <a:r>
              <a:rPr lang="ja-JP" sz="2400">
                <a:solidFill>
                  <a:schemeClr val="dk1"/>
                </a:solidFill>
                <a:latin typeface="Arial"/>
                <a:ea typeface="Arial"/>
                <a:cs typeface="Arial"/>
                <a:sym typeface="Arial"/>
              </a:rPr>
              <a:t>…</a:t>
            </a:r>
            <a:endParaRPr sz="2400">
              <a:solidFill>
                <a:schemeClr val="dk1"/>
              </a:solidFill>
              <a:latin typeface="Arial"/>
              <a:ea typeface="Arial"/>
              <a:cs typeface="Arial"/>
              <a:sym typeface="Arial"/>
            </a:endParaRPr>
          </a:p>
        </p:txBody>
      </p:sp>
      <p:sp>
        <p:nvSpPr>
          <p:cNvPr id="328" name="Google Shape;328;p14"/>
          <p:cNvSpPr/>
          <p:nvPr/>
        </p:nvSpPr>
        <p:spPr>
          <a:xfrm>
            <a:off x="2609156" y="2725542"/>
            <a:ext cx="1732548" cy="1054095"/>
          </a:xfrm>
          <a:prstGeom prst="rect">
            <a:avLst/>
          </a:prstGeom>
          <a:solidFill>
            <a:srgbClr val="FFFFFF"/>
          </a:solidFill>
          <a:ln w="28575" cap="flat" cmpd="sng">
            <a:solidFill>
              <a:srgbClr val="BFBFBF"/>
            </a:solidFill>
            <a:prstDash val="solid"/>
            <a:round/>
            <a:headEnd type="none" w="sm" len="sm"/>
            <a:tailEnd type="none" w="sm" len="sm"/>
          </a:ln>
        </p:spPr>
        <p:txBody>
          <a:bodyPr spcFirstLastPara="1" wrap="square" lIns="18000" tIns="0" rIns="18000" bIns="0" anchor="ctr" anchorCtr="0">
            <a:noAutofit/>
          </a:bodyPr>
          <a:lstStyle/>
          <a:p>
            <a:pPr marL="0" marR="0" lvl="0" indent="0" algn="ctr" rtl="0">
              <a:spcBef>
                <a:spcPts val="0"/>
              </a:spcBef>
              <a:spcAft>
                <a:spcPts val="0"/>
              </a:spcAft>
              <a:buNone/>
            </a:pPr>
            <a:r>
              <a:rPr lang="ja-JP" sz="2400" b="1">
                <a:solidFill>
                  <a:srgbClr val="BFBFBF"/>
                </a:solidFill>
                <a:latin typeface="Arial"/>
                <a:ea typeface="Arial"/>
                <a:cs typeface="Arial"/>
                <a:sym typeface="Arial"/>
              </a:rPr>
              <a:t>ros2log new CLI</a:t>
            </a:r>
            <a:endParaRPr/>
          </a:p>
        </p:txBody>
      </p:sp>
      <p:sp>
        <p:nvSpPr>
          <p:cNvPr id="329" name="Google Shape;329;p14"/>
          <p:cNvSpPr txBox="1"/>
          <p:nvPr/>
        </p:nvSpPr>
        <p:spPr>
          <a:xfrm>
            <a:off x="4341704" y="5788093"/>
            <a:ext cx="6840646" cy="805066"/>
          </a:xfrm>
          <a:prstGeom prst="rect">
            <a:avLst/>
          </a:prstGeom>
          <a:noFill/>
          <a:ln>
            <a:noFill/>
          </a:ln>
        </p:spPr>
        <p:txBody>
          <a:bodyPr spcFirstLastPara="1" wrap="square" lIns="0" tIns="0" rIns="0" bIns="0" anchor="ctr" anchorCtr="0">
            <a:noAutofit/>
          </a:bodyPr>
          <a:lstStyle/>
          <a:p>
            <a:pPr marL="742950" marR="0" lvl="1" indent="-285750" algn="l" rtl="0">
              <a:spcBef>
                <a:spcPts val="0"/>
              </a:spcBef>
              <a:spcAft>
                <a:spcPts val="0"/>
              </a:spcAft>
              <a:buClr>
                <a:srgbClr val="FF0000"/>
              </a:buClr>
              <a:buSzPts val="2200"/>
              <a:buFont typeface="Arial"/>
              <a:buChar char="•"/>
            </a:pPr>
            <a:r>
              <a:rPr lang="ja-JP" sz="2200" b="0" i="0" u="none" strike="noStrike" cap="none">
                <a:solidFill>
                  <a:srgbClr val="FF0000"/>
                </a:solidFill>
                <a:latin typeface="Arial"/>
                <a:ea typeface="Arial"/>
                <a:cs typeface="Arial"/>
                <a:sym typeface="Arial"/>
              </a:rPr>
              <a:t>Runtime dynamic loading of logging backends</a:t>
            </a:r>
            <a:br>
              <a:rPr lang="ja-JP" sz="2200" b="0" i="0" u="none" strike="noStrike" cap="none">
                <a:solidFill>
                  <a:srgbClr val="FF0000"/>
                </a:solidFill>
                <a:latin typeface="Arial"/>
                <a:ea typeface="Arial"/>
                <a:cs typeface="Arial"/>
                <a:sym typeface="Arial"/>
              </a:rPr>
            </a:br>
            <a:r>
              <a:rPr lang="ja-JP" sz="2200" b="1" i="0" u="none" strike="noStrike" cap="none">
                <a:solidFill>
                  <a:srgbClr val="FF0000"/>
                </a:solidFill>
                <a:latin typeface="Arial"/>
                <a:ea typeface="Arial"/>
                <a:cs typeface="Arial"/>
                <a:sym typeface="Arial"/>
              </a:rPr>
              <a:t>without rebuilding RCL or application code</a:t>
            </a:r>
            <a:endParaRPr/>
          </a:p>
        </p:txBody>
      </p:sp>
      <p:cxnSp>
        <p:nvCxnSpPr>
          <p:cNvPr id="330" name="Google Shape;330;p14"/>
          <p:cNvCxnSpPr>
            <a:stCxn id="315" idx="1"/>
            <a:endCxn id="328" idx="2"/>
          </p:cNvCxnSpPr>
          <p:nvPr/>
        </p:nvCxnSpPr>
        <p:spPr>
          <a:xfrm rot="10800000">
            <a:off x="3475535" y="3779495"/>
            <a:ext cx="1298100" cy="1565400"/>
          </a:xfrm>
          <a:prstGeom prst="bentConnector2">
            <a:avLst/>
          </a:prstGeom>
          <a:noFill/>
          <a:ln w="9525" cap="flat" cmpd="sng">
            <a:solidFill>
              <a:srgbClr val="BFBFBF"/>
            </a:solidFill>
            <a:prstDash val="solid"/>
            <a:round/>
            <a:headEnd type="none" w="sm" len="sm"/>
            <a:tailEnd type="triangle" w="med" len="med"/>
          </a:ln>
        </p:spPr>
      </p:cxnSp>
      <p:cxnSp>
        <p:nvCxnSpPr>
          <p:cNvPr id="331" name="Google Shape;331;p14"/>
          <p:cNvCxnSpPr>
            <a:stCxn id="328" idx="0"/>
            <a:endCxn id="307" idx="1"/>
          </p:cNvCxnSpPr>
          <p:nvPr/>
        </p:nvCxnSpPr>
        <p:spPr>
          <a:xfrm rot="-5400000">
            <a:off x="3784730" y="1945242"/>
            <a:ext cx="471000" cy="1089600"/>
          </a:xfrm>
          <a:prstGeom prst="bentConnector2">
            <a:avLst/>
          </a:prstGeom>
          <a:noFill/>
          <a:ln w="9525" cap="flat" cmpd="sng">
            <a:solidFill>
              <a:srgbClr val="BFBFBF"/>
            </a:solidFill>
            <a:prstDash val="solid"/>
            <a:round/>
            <a:headEnd type="none" w="sm" len="sm"/>
            <a:tailEnd type="triangle" w="med" len="med"/>
          </a:ln>
        </p:spPr>
      </p:cxnSp>
      <p:sp>
        <p:nvSpPr>
          <p:cNvPr id="332" name="Google Shape;332;p14"/>
          <p:cNvSpPr txBox="1"/>
          <p:nvPr/>
        </p:nvSpPr>
        <p:spPr>
          <a:xfrm>
            <a:off x="865767" y="3309264"/>
            <a:ext cx="1885647" cy="470373"/>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ja-JP" sz="2400" b="1">
                <a:solidFill>
                  <a:srgbClr val="BFBFBF"/>
                </a:solidFill>
                <a:latin typeface="Arial"/>
                <a:ea typeface="Arial"/>
                <a:cs typeface="Arial"/>
                <a:sym typeface="Arial"/>
              </a:rPr>
              <a:t>frontend</a:t>
            </a:r>
            <a:endParaRPr/>
          </a:p>
        </p:txBody>
      </p:sp>
      <p:sp>
        <p:nvSpPr>
          <p:cNvPr id="333" name="Google Shape;333;p14"/>
          <p:cNvSpPr txBox="1"/>
          <p:nvPr/>
        </p:nvSpPr>
        <p:spPr>
          <a:xfrm>
            <a:off x="9576985" y="4136680"/>
            <a:ext cx="1430468" cy="546861"/>
          </a:xfrm>
          <a:prstGeom prst="rect">
            <a:avLst/>
          </a:prstGeom>
          <a:solidFill>
            <a:schemeClr val="lt1">
              <a:alpha val="70196"/>
            </a:schemeClr>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ja-JP" sz="2400" b="1">
                <a:solidFill>
                  <a:srgbClr val="FF0000"/>
                </a:solidFill>
                <a:latin typeface="Arial"/>
                <a:ea typeface="Arial"/>
                <a:cs typeface="Arial"/>
                <a:sym typeface="Arial"/>
              </a:rPr>
              <a:t>backend</a:t>
            </a:r>
            <a:endParaRPr/>
          </a:p>
        </p:txBody>
      </p:sp>
      <p:sp>
        <p:nvSpPr>
          <p:cNvPr id="334" name="Google Shape;334;p14"/>
          <p:cNvSpPr txBox="1"/>
          <p:nvPr/>
        </p:nvSpPr>
        <p:spPr>
          <a:xfrm>
            <a:off x="408794" y="3955970"/>
            <a:ext cx="3676228" cy="1312338"/>
          </a:xfrm>
          <a:prstGeom prst="rect">
            <a:avLst/>
          </a:prstGeom>
          <a:solidFill>
            <a:schemeClr val="lt1">
              <a:alpha val="70196"/>
            </a:schemeClr>
          </a:solidFill>
          <a:ln>
            <a:noFill/>
          </a:ln>
        </p:spPr>
        <p:txBody>
          <a:bodyPr spcFirstLastPara="1" wrap="square" lIns="0" tIns="0" rIns="0" bIns="0" anchor="ctr" anchorCtr="0">
            <a:noAutofit/>
          </a:bodyPr>
          <a:lstStyle/>
          <a:p>
            <a:pPr marL="285750" marR="0" lvl="0" indent="-285750" algn="l" rtl="0">
              <a:spcBef>
                <a:spcPts val="0"/>
              </a:spcBef>
              <a:spcAft>
                <a:spcPts val="0"/>
              </a:spcAft>
              <a:buClr>
                <a:srgbClr val="BFBFBF"/>
              </a:buClr>
              <a:buSzPts val="2200"/>
              <a:buFont typeface="Arial"/>
              <a:buChar char="•"/>
            </a:pPr>
            <a:r>
              <a:rPr lang="ja-JP" sz="2200" b="1">
                <a:solidFill>
                  <a:srgbClr val="BFBFBF"/>
                </a:solidFill>
                <a:latin typeface="Arial"/>
                <a:ea typeface="Arial"/>
                <a:cs typeface="Arial"/>
                <a:sym typeface="Arial"/>
              </a:rPr>
              <a:t>Filtered log display</a:t>
            </a:r>
            <a:endParaRPr/>
          </a:p>
          <a:p>
            <a:pPr marL="285750" marR="0" lvl="0" indent="-285750" algn="l" rtl="0">
              <a:spcBef>
                <a:spcPts val="0"/>
              </a:spcBef>
              <a:spcAft>
                <a:spcPts val="0"/>
              </a:spcAft>
              <a:buClr>
                <a:srgbClr val="BFBFBF"/>
              </a:buClr>
              <a:buSzPts val="2200"/>
              <a:buFont typeface="Arial"/>
              <a:buChar char="•"/>
            </a:pPr>
            <a:r>
              <a:rPr lang="ja-JP" sz="2200" b="1">
                <a:solidFill>
                  <a:srgbClr val="BFBFBF"/>
                </a:solidFill>
                <a:latin typeface="Arial"/>
                <a:ea typeface="Arial"/>
                <a:cs typeface="Arial"/>
                <a:sym typeface="Arial"/>
              </a:rPr>
              <a:t>Runtime log level control</a:t>
            </a:r>
            <a:endParaRPr/>
          </a:p>
          <a:p>
            <a:pPr marL="342900" marR="0" lvl="0" indent="-342900" algn="l" rtl="0">
              <a:spcBef>
                <a:spcPts val="0"/>
              </a:spcBef>
              <a:spcAft>
                <a:spcPts val="0"/>
              </a:spcAft>
              <a:buClr>
                <a:srgbClr val="BFBFBF"/>
              </a:buClr>
              <a:buSzPts val="2200"/>
              <a:buFont typeface="Noto Sans Symbols"/>
              <a:buChar char="⮚"/>
            </a:pPr>
            <a:r>
              <a:rPr lang="ja-JP" sz="2200">
                <a:solidFill>
                  <a:srgbClr val="BFBFBF"/>
                </a:solidFill>
                <a:latin typeface="Arial"/>
                <a:ea typeface="Arial"/>
                <a:cs typeface="Arial"/>
                <a:sym typeface="Arial"/>
              </a:rPr>
              <a:t>Proposed as </a:t>
            </a:r>
            <a:r>
              <a:rPr lang="ja-JP" sz="2200" b="1">
                <a:solidFill>
                  <a:srgbClr val="BFBFBF"/>
                </a:solidFill>
                <a:latin typeface="Arial"/>
                <a:ea typeface="Arial"/>
                <a:cs typeface="Arial"/>
                <a:sym typeface="Arial"/>
              </a:rPr>
              <a:t>REP-0156</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39" name="Google Shape;339;p15"/>
          <p:cNvSpPr txBox="1">
            <a:spLocks noGrp="1"/>
          </p:cNvSpPr>
          <p:nvPr>
            <p:ph type="title"/>
          </p:nvPr>
        </p:nvSpPr>
        <p:spPr>
          <a:xfrm>
            <a:off x="431372" y="10491"/>
            <a:ext cx="11760627" cy="706595"/>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200"/>
              <a:buFont typeface="Arial"/>
              <a:buNone/>
            </a:pPr>
            <a:r>
              <a:rPr lang="ja-JP"/>
              <a:t>ROS 2 Logging Subsystem</a:t>
            </a:r>
            <a:endParaRPr/>
          </a:p>
        </p:txBody>
      </p:sp>
      <p:sp>
        <p:nvSpPr>
          <p:cNvPr id="340" name="Google Shape;340;p15"/>
          <p:cNvSpPr txBox="1">
            <a:spLocks noGrp="1"/>
          </p:cNvSpPr>
          <p:nvPr>
            <p:ph type="body" idx="1"/>
          </p:nvPr>
        </p:nvSpPr>
        <p:spPr>
          <a:xfrm>
            <a:off x="431373" y="739894"/>
            <a:ext cx="11329259" cy="6107615"/>
          </a:xfrm>
          <a:prstGeom prst="rect">
            <a:avLst/>
          </a:prstGeom>
          <a:noFill/>
          <a:ln>
            <a:noFill/>
          </a:ln>
        </p:spPr>
        <p:txBody>
          <a:bodyPr spcFirstLastPara="1" wrap="square" lIns="91425" tIns="45700" rIns="91425" bIns="45700" anchor="t" anchorCtr="0">
            <a:normAutofit/>
          </a:bodyPr>
          <a:lstStyle/>
          <a:p>
            <a:pPr marL="285750" lvl="0" indent="-285750" algn="l" rtl="0">
              <a:spcBef>
                <a:spcPts val="0"/>
              </a:spcBef>
              <a:spcAft>
                <a:spcPts val="0"/>
              </a:spcAft>
              <a:buSzPts val="2200"/>
              <a:buFont typeface="Arial"/>
              <a:buChar char="•"/>
            </a:pPr>
            <a:r>
              <a:rPr lang="ja-JP" sz="2200"/>
              <a:t>ROS 2 provides a flexible and configurable logging subsystem.</a:t>
            </a:r>
            <a:endParaRPr/>
          </a:p>
          <a:p>
            <a:pPr marL="285750" lvl="0" indent="-215900" algn="l" rtl="0">
              <a:spcBef>
                <a:spcPts val="220"/>
              </a:spcBef>
              <a:spcAft>
                <a:spcPts val="0"/>
              </a:spcAft>
              <a:buSzPts val="1100"/>
              <a:buFont typeface="Arial"/>
              <a:buNone/>
            </a:pPr>
            <a:endParaRPr sz="1100"/>
          </a:p>
          <a:p>
            <a:pPr marL="285750" lvl="0" indent="-285750" algn="l" rtl="0">
              <a:spcBef>
                <a:spcPts val="440"/>
              </a:spcBef>
              <a:spcAft>
                <a:spcPts val="0"/>
              </a:spcAft>
              <a:buSzPts val="2200"/>
              <a:buFont typeface="Arial"/>
              <a:buChar char="•"/>
            </a:pPr>
            <a:r>
              <a:rPr lang="ja-JP" sz="2200"/>
              <a:t>Supports multiple logging backends.</a:t>
            </a:r>
            <a:endParaRPr/>
          </a:p>
          <a:p>
            <a:pPr marL="742950" lvl="1" indent="-285750" algn="l" rtl="0">
              <a:spcBef>
                <a:spcPts val="440"/>
              </a:spcBef>
              <a:spcAft>
                <a:spcPts val="0"/>
              </a:spcAft>
              <a:buSzPts val="2200"/>
              <a:buFont typeface="Arial"/>
              <a:buChar char="•"/>
            </a:pPr>
            <a:r>
              <a:rPr lang="ja-JP" b="1">
                <a:solidFill>
                  <a:schemeClr val="accent1"/>
                </a:solidFill>
              </a:rPr>
              <a:t>stdout</a:t>
            </a:r>
            <a:r>
              <a:rPr lang="ja-JP"/>
              <a:t>: Logs are printed to the </a:t>
            </a:r>
            <a:br>
              <a:rPr lang="ja-JP"/>
            </a:br>
            <a:r>
              <a:rPr lang="ja-JP"/>
              <a:t>standard output (default ON to console)</a:t>
            </a:r>
            <a:endParaRPr/>
          </a:p>
          <a:p>
            <a:pPr marL="742950" lvl="1" indent="-285750" algn="l" rtl="0">
              <a:spcBef>
                <a:spcPts val="440"/>
              </a:spcBef>
              <a:spcAft>
                <a:spcPts val="0"/>
              </a:spcAft>
              <a:buSzPts val="2200"/>
              <a:buFont typeface="Arial"/>
              <a:buChar char="•"/>
            </a:pPr>
            <a:r>
              <a:rPr lang="ja-JP" b="1">
                <a:solidFill>
                  <a:schemeClr val="accent1"/>
                </a:solidFill>
              </a:rPr>
              <a:t>rosout</a:t>
            </a:r>
            <a:r>
              <a:rPr lang="ja-JP"/>
              <a:t>: Logs are published to the </a:t>
            </a:r>
            <a:br>
              <a:rPr lang="ja-JP"/>
            </a:br>
            <a:r>
              <a:rPr lang="ja-JP"/>
              <a:t>/rosout topic (default ON)</a:t>
            </a:r>
            <a:endParaRPr/>
          </a:p>
          <a:p>
            <a:pPr marL="742950" lvl="1" indent="-285750" algn="l" rtl="0">
              <a:spcBef>
                <a:spcPts val="440"/>
              </a:spcBef>
              <a:spcAft>
                <a:spcPts val="0"/>
              </a:spcAft>
              <a:buSzPts val="2200"/>
              <a:buFont typeface="Arial"/>
              <a:buChar char="•"/>
            </a:pPr>
            <a:r>
              <a:rPr lang="ja-JP" b="1">
                <a:solidFill>
                  <a:schemeClr val="accent1"/>
                </a:solidFill>
              </a:rPr>
              <a:t>external</a:t>
            </a:r>
            <a:r>
              <a:rPr lang="ja-JP"/>
              <a:t>: Default spdlog, </a:t>
            </a:r>
            <a:br>
              <a:rPr lang="ja-JP"/>
            </a:br>
            <a:r>
              <a:rPr lang="ja-JP"/>
              <a:t>or your own implementation.</a:t>
            </a:r>
            <a:endParaRPr/>
          </a:p>
          <a:p>
            <a:pPr marL="742950" lvl="1" indent="-215900" algn="l" rtl="0">
              <a:spcBef>
                <a:spcPts val="220"/>
              </a:spcBef>
              <a:spcAft>
                <a:spcPts val="0"/>
              </a:spcAft>
              <a:buSzPts val="1100"/>
              <a:buFont typeface="Arial"/>
              <a:buNone/>
            </a:pPr>
            <a:endParaRPr sz="1100"/>
          </a:p>
          <a:p>
            <a:pPr marL="285750" lvl="0" indent="-285750" algn="l" rtl="0">
              <a:spcBef>
                <a:spcPts val="440"/>
              </a:spcBef>
              <a:spcAft>
                <a:spcPts val="0"/>
              </a:spcAft>
              <a:buSzPts val="2200"/>
              <a:buFont typeface="Arial"/>
              <a:buChar char="•"/>
            </a:pPr>
            <a:r>
              <a:rPr lang="ja-JP" sz="2200"/>
              <a:t>A logger will only process log messages </a:t>
            </a:r>
            <a:br>
              <a:rPr lang="ja-JP" sz="2200"/>
            </a:br>
            <a:r>
              <a:rPr lang="ja-JP" sz="2200"/>
              <a:t>with severity at or higher than a specified level </a:t>
            </a:r>
            <a:br>
              <a:rPr lang="ja-JP" sz="2200"/>
            </a:br>
            <a:r>
              <a:rPr lang="ja-JP" sz="2200"/>
              <a:t>chosen for the logger.</a:t>
            </a:r>
            <a:endParaRPr/>
          </a:p>
          <a:p>
            <a:pPr marL="285750" lvl="0" indent="-215900" algn="l" rtl="0">
              <a:spcBef>
                <a:spcPts val="220"/>
              </a:spcBef>
              <a:spcAft>
                <a:spcPts val="0"/>
              </a:spcAft>
              <a:buSzPts val="1100"/>
              <a:buFont typeface="Arial"/>
              <a:buNone/>
            </a:pPr>
            <a:endParaRPr sz="1100"/>
          </a:p>
          <a:p>
            <a:pPr marL="285750" lvl="0" indent="-285750" algn="l" rtl="0">
              <a:spcBef>
                <a:spcPts val="440"/>
              </a:spcBef>
              <a:spcAft>
                <a:spcPts val="0"/>
              </a:spcAft>
              <a:buSzPts val="2200"/>
              <a:buFont typeface="Arial"/>
              <a:buChar char="•"/>
            </a:pPr>
            <a:r>
              <a:rPr lang="ja-JP" sz="2200"/>
              <a:t>Logger names represent a hierarchy.</a:t>
            </a:r>
            <a:endParaRPr/>
          </a:p>
          <a:p>
            <a:pPr marL="285750" lvl="0" indent="-158750" algn="l" rtl="0">
              <a:spcBef>
                <a:spcPts val="400"/>
              </a:spcBef>
              <a:spcAft>
                <a:spcPts val="0"/>
              </a:spcAft>
              <a:buSzPts val="2000"/>
              <a:buFont typeface="Arial"/>
              <a:buNone/>
            </a:pPr>
            <a:endParaRPr sz="2000"/>
          </a:p>
          <a:p>
            <a:pPr marL="257168" lvl="0" indent="-130168" algn="l" rtl="0">
              <a:spcBef>
                <a:spcPts val="400"/>
              </a:spcBef>
              <a:spcAft>
                <a:spcPts val="0"/>
              </a:spcAft>
              <a:buClr>
                <a:schemeClr val="dk2"/>
              </a:buClr>
              <a:buSzPts val="2000"/>
              <a:buFont typeface="Noto Sans Symbols"/>
              <a:buNone/>
            </a:pPr>
            <a:endParaRPr sz="2000"/>
          </a:p>
        </p:txBody>
      </p:sp>
      <p:sp>
        <p:nvSpPr>
          <p:cNvPr id="341" name="Google Shape;341;p15"/>
          <p:cNvSpPr txBox="1">
            <a:spLocks noGrp="1"/>
          </p:cNvSpPr>
          <p:nvPr>
            <p:ph type="sldNum" idx="12"/>
          </p:nvPr>
        </p:nvSpPr>
        <p:spPr>
          <a:xfrm>
            <a:off x="9348335" y="6535795"/>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ltLang="ja-JP" smtClean="0"/>
              <a:t>15</a:t>
            </a:fld>
            <a:r>
              <a:rPr lang="en-US" altLang="ja-JP" dirty="0"/>
              <a:t>/20</a:t>
            </a:r>
            <a:endParaRPr dirty="0"/>
          </a:p>
        </p:txBody>
      </p:sp>
      <p:grpSp>
        <p:nvGrpSpPr>
          <p:cNvPr id="342" name="Google Shape;342;p15"/>
          <p:cNvGrpSpPr/>
          <p:nvPr/>
        </p:nvGrpSpPr>
        <p:grpSpPr>
          <a:xfrm>
            <a:off x="6988929" y="1503394"/>
            <a:ext cx="4821936" cy="4268901"/>
            <a:chOff x="7213719" y="1370074"/>
            <a:chExt cx="4821936" cy="4268901"/>
          </a:xfrm>
        </p:grpSpPr>
        <p:sp>
          <p:nvSpPr>
            <p:cNvPr id="343" name="Google Shape;343;p15"/>
            <p:cNvSpPr/>
            <p:nvPr/>
          </p:nvSpPr>
          <p:spPr>
            <a:xfrm>
              <a:off x="7213719" y="1370075"/>
              <a:ext cx="2109216" cy="371475"/>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sz="1800">
                  <a:solidFill>
                    <a:schemeClr val="dk1"/>
                  </a:solidFill>
                  <a:latin typeface="Arial"/>
                  <a:ea typeface="Arial"/>
                  <a:cs typeface="Arial"/>
                  <a:sym typeface="Arial"/>
                </a:rPr>
                <a:t>ROS 2 app(cpp)</a:t>
              </a:r>
              <a:endParaRPr sz="1800">
                <a:solidFill>
                  <a:schemeClr val="dk1"/>
                </a:solidFill>
                <a:latin typeface="Arial"/>
                <a:ea typeface="Arial"/>
                <a:cs typeface="Arial"/>
                <a:sym typeface="Arial"/>
              </a:endParaRPr>
            </a:p>
          </p:txBody>
        </p:sp>
        <p:sp>
          <p:nvSpPr>
            <p:cNvPr id="344" name="Google Shape;344;p15"/>
            <p:cNvSpPr/>
            <p:nvPr/>
          </p:nvSpPr>
          <p:spPr>
            <a:xfrm>
              <a:off x="7213719" y="2019743"/>
              <a:ext cx="2109216" cy="371475"/>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sz="1800">
                  <a:solidFill>
                    <a:schemeClr val="dk1"/>
                  </a:solidFill>
                  <a:latin typeface="Arial"/>
                  <a:ea typeface="Arial"/>
                  <a:cs typeface="Arial"/>
                  <a:sym typeface="Arial"/>
                </a:rPr>
                <a:t>rclcpp</a:t>
              </a:r>
              <a:endParaRPr sz="1800">
                <a:solidFill>
                  <a:schemeClr val="dk1"/>
                </a:solidFill>
                <a:latin typeface="Arial"/>
                <a:ea typeface="Arial"/>
                <a:cs typeface="Arial"/>
                <a:sym typeface="Arial"/>
              </a:endParaRPr>
            </a:p>
          </p:txBody>
        </p:sp>
        <p:sp>
          <p:nvSpPr>
            <p:cNvPr id="345" name="Google Shape;345;p15"/>
            <p:cNvSpPr/>
            <p:nvPr/>
          </p:nvSpPr>
          <p:spPr>
            <a:xfrm>
              <a:off x="9585063" y="2019743"/>
              <a:ext cx="2450592" cy="371475"/>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sz="1800">
                  <a:solidFill>
                    <a:schemeClr val="dk1"/>
                  </a:solidFill>
                  <a:latin typeface="Arial"/>
                  <a:ea typeface="Arial"/>
                  <a:cs typeface="Arial"/>
                  <a:sym typeface="Arial"/>
                </a:rPr>
                <a:t>rclpy</a:t>
              </a:r>
              <a:endParaRPr sz="1800">
                <a:solidFill>
                  <a:schemeClr val="dk1"/>
                </a:solidFill>
                <a:latin typeface="Arial"/>
                <a:ea typeface="Arial"/>
                <a:cs typeface="Arial"/>
                <a:sym typeface="Arial"/>
              </a:endParaRPr>
            </a:p>
          </p:txBody>
        </p:sp>
        <p:sp>
          <p:nvSpPr>
            <p:cNvPr id="346" name="Google Shape;346;p15"/>
            <p:cNvSpPr/>
            <p:nvPr/>
          </p:nvSpPr>
          <p:spPr>
            <a:xfrm>
              <a:off x="7213719" y="2674999"/>
              <a:ext cx="4821936" cy="371475"/>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sz="1800">
                  <a:solidFill>
                    <a:schemeClr val="dk1"/>
                  </a:solidFill>
                  <a:latin typeface="Arial"/>
                  <a:ea typeface="Arial"/>
                  <a:cs typeface="Arial"/>
                  <a:sym typeface="Arial"/>
                </a:rPr>
                <a:t>rcutils (log level hash map)</a:t>
              </a:r>
              <a:endParaRPr sz="1800">
                <a:solidFill>
                  <a:schemeClr val="dk1"/>
                </a:solidFill>
                <a:latin typeface="Arial"/>
                <a:ea typeface="Arial"/>
                <a:cs typeface="Arial"/>
                <a:sym typeface="Arial"/>
              </a:endParaRPr>
            </a:p>
          </p:txBody>
        </p:sp>
        <p:sp>
          <p:nvSpPr>
            <p:cNvPr id="347" name="Google Shape;347;p15"/>
            <p:cNvSpPr/>
            <p:nvPr/>
          </p:nvSpPr>
          <p:spPr>
            <a:xfrm>
              <a:off x="9585063" y="1370074"/>
              <a:ext cx="2450592" cy="371475"/>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sz="1800">
                  <a:solidFill>
                    <a:schemeClr val="dk1"/>
                  </a:solidFill>
                  <a:latin typeface="Arial"/>
                  <a:ea typeface="Arial"/>
                  <a:cs typeface="Arial"/>
                  <a:sym typeface="Arial"/>
                </a:rPr>
                <a:t>ROS 2 app(python)</a:t>
              </a:r>
              <a:endParaRPr sz="1800">
                <a:solidFill>
                  <a:schemeClr val="dk1"/>
                </a:solidFill>
                <a:latin typeface="Arial"/>
                <a:ea typeface="Arial"/>
                <a:cs typeface="Arial"/>
                <a:sym typeface="Arial"/>
              </a:endParaRPr>
            </a:p>
          </p:txBody>
        </p:sp>
        <p:sp>
          <p:nvSpPr>
            <p:cNvPr id="348" name="Google Shape;348;p15"/>
            <p:cNvSpPr/>
            <p:nvPr/>
          </p:nvSpPr>
          <p:spPr>
            <a:xfrm>
              <a:off x="7213719" y="3324667"/>
              <a:ext cx="4821936" cy="1253108"/>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sz="1800">
                  <a:solidFill>
                    <a:schemeClr val="dk1"/>
                  </a:solidFill>
                  <a:latin typeface="Arial"/>
                  <a:ea typeface="Arial"/>
                  <a:cs typeface="Arial"/>
                  <a:sym typeface="Arial"/>
                </a:rPr>
                <a:t>rcl</a:t>
              </a:r>
              <a:endParaRPr sz="1800">
                <a:solidFill>
                  <a:schemeClr val="dk1"/>
                </a:solidFill>
                <a:latin typeface="Arial"/>
                <a:ea typeface="Arial"/>
                <a:cs typeface="Arial"/>
                <a:sym typeface="Arial"/>
              </a:endParaRPr>
            </a:p>
            <a:p>
              <a:pPr marL="0" marR="0" lvl="0" indent="0" algn="ctr" rtl="0">
                <a:spcBef>
                  <a:spcPts val="0"/>
                </a:spcBef>
                <a:spcAft>
                  <a:spcPts val="0"/>
                </a:spcAft>
                <a:buNone/>
              </a:pPr>
              <a:endParaRPr sz="1800">
                <a:solidFill>
                  <a:schemeClr val="dk1"/>
                </a:solidFill>
                <a:latin typeface="Arial"/>
                <a:ea typeface="Arial"/>
                <a:cs typeface="Arial"/>
                <a:sym typeface="Arial"/>
              </a:endParaRPr>
            </a:p>
            <a:p>
              <a:pPr marL="0" marR="0" lvl="0" indent="0" algn="ctr" rtl="0">
                <a:spcBef>
                  <a:spcPts val="0"/>
                </a:spcBef>
                <a:spcAft>
                  <a:spcPts val="0"/>
                </a:spcAft>
                <a:buNone/>
              </a:pPr>
              <a:endParaRPr sz="1800">
                <a:solidFill>
                  <a:schemeClr val="dk1"/>
                </a:solidFill>
                <a:latin typeface="Arial"/>
                <a:ea typeface="Arial"/>
                <a:cs typeface="Arial"/>
                <a:sym typeface="Arial"/>
              </a:endParaRPr>
            </a:p>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
          <p:nvSpPr>
            <p:cNvPr id="349" name="Google Shape;349;p15"/>
            <p:cNvSpPr/>
            <p:nvPr/>
          </p:nvSpPr>
          <p:spPr>
            <a:xfrm>
              <a:off x="8585319" y="3818377"/>
              <a:ext cx="2438400" cy="273055"/>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sz="1800">
                  <a:solidFill>
                    <a:schemeClr val="dk1"/>
                  </a:solidFill>
                  <a:latin typeface="Arial"/>
                  <a:ea typeface="Arial"/>
                  <a:cs typeface="Arial"/>
                  <a:sym typeface="Arial"/>
                </a:rPr>
                <a:t>rcl_logging_interface</a:t>
              </a:r>
              <a:endParaRPr sz="1800">
                <a:solidFill>
                  <a:schemeClr val="dk1"/>
                </a:solidFill>
                <a:latin typeface="Arial"/>
                <a:ea typeface="Arial"/>
                <a:cs typeface="Arial"/>
                <a:sym typeface="Arial"/>
              </a:endParaRPr>
            </a:p>
          </p:txBody>
        </p:sp>
        <p:sp>
          <p:nvSpPr>
            <p:cNvPr id="350" name="Google Shape;350;p15"/>
            <p:cNvSpPr/>
            <p:nvPr/>
          </p:nvSpPr>
          <p:spPr>
            <a:xfrm>
              <a:off x="8585319" y="4198075"/>
              <a:ext cx="2438400" cy="273055"/>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sz="1800">
                  <a:solidFill>
                    <a:schemeClr val="dk1"/>
                  </a:solidFill>
                  <a:latin typeface="Arial"/>
                  <a:ea typeface="Arial"/>
                  <a:cs typeface="Arial"/>
                  <a:sym typeface="Arial"/>
                </a:rPr>
                <a:t>rcl_logging_spdlog</a:t>
              </a:r>
              <a:endParaRPr sz="1800">
                <a:solidFill>
                  <a:schemeClr val="dk1"/>
                </a:solidFill>
                <a:latin typeface="Arial"/>
                <a:ea typeface="Arial"/>
                <a:cs typeface="Arial"/>
                <a:sym typeface="Arial"/>
              </a:endParaRPr>
            </a:p>
          </p:txBody>
        </p:sp>
        <p:sp>
          <p:nvSpPr>
            <p:cNvPr id="351" name="Google Shape;351;p15"/>
            <p:cNvSpPr/>
            <p:nvPr/>
          </p:nvSpPr>
          <p:spPr>
            <a:xfrm>
              <a:off x="7396599" y="3818377"/>
              <a:ext cx="944880" cy="652751"/>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sz="1800">
                  <a:solidFill>
                    <a:schemeClr val="dk1"/>
                  </a:solidFill>
                  <a:latin typeface="Arial"/>
                  <a:ea typeface="Arial"/>
                  <a:cs typeface="Arial"/>
                  <a:sym typeface="Arial"/>
                </a:rPr>
                <a:t>rosout</a:t>
              </a:r>
              <a:endParaRPr sz="1800">
                <a:solidFill>
                  <a:schemeClr val="dk1"/>
                </a:solidFill>
                <a:latin typeface="Arial"/>
                <a:ea typeface="Arial"/>
                <a:cs typeface="Arial"/>
                <a:sym typeface="Arial"/>
              </a:endParaRPr>
            </a:p>
          </p:txBody>
        </p:sp>
        <p:sp>
          <p:nvSpPr>
            <p:cNvPr id="352" name="Google Shape;352;p15"/>
            <p:cNvSpPr/>
            <p:nvPr/>
          </p:nvSpPr>
          <p:spPr>
            <a:xfrm>
              <a:off x="10968474" y="4855968"/>
              <a:ext cx="871728" cy="652751"/>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sz="1800">
                  <a:solidFill>
                    <a:schemeClr val="dk1"/>
                  </a:solidFill>
                  <a:latin typeface="Arial"/>
                  <a:ea typeface="Arial"/>
                  <a:cs typeface="Arial"/>
                  <a:sym typeface="Arial"/>
                </a:rPr>
                <a:t>stdout</a:t>
              </a:r>
              <a:endParaRPr sz="1800">
                <a:solidFill>
                  <a:schemeClr val="dk1"/>
                </a:solidFill>
                <a:latin typeface="Arial"/>
                <a:ea typeface="Arial"/>
                <a:cs typeface="Arial"/>
                <a:sym typeface="Arial"/>
              </a:endParaRPr>
            </a:p>
          </p:txBody>
        </p:sp>
        <p:sp>
          <p:nvSpPr>
            <p:cNvPr id="353" name="Google Shape;353;p15"/>
            <p:cNvSpPr/>
            <p:nvPr/>
          </p:nvSpPr>
          <p:spPr>
            <a:xfrm>
              <a:off x="9188823" y="4855967"/>
              <a:ext cx="969264" cy="652751"/>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sz="1800">
                  <a:solidFill>
                    <a:schemeClr val="dk1"/>
                  </a:solidFill>
                  <a:latin typeface="Arial"/>
                  <a:ea typeface="Arial"/>
                  <a:cs typeface="Arial"/>
                  <a:sym typeface="Arial"/>
                </a:rPr>
                <a:t>spdlog</a:t>
              </a:r>
              <a:endParaRPr sz="1800">
                <a:solidFill>
                  <a:schemeClr val="dk1"/>
                </a:solidFill>
                <a:latin typeface="Arial"/>
                <a:ea typeface="Arial"/>
                <a:cs typeface="Arial"/>
                <a:sym typeface="Arial"/>
              </a:endParaRPr>
            </a:p>
          </p:txBody>
        </p:sp>
        <p:sp>
          <p:nvSpPr>
            <p:cNvPr id="354" name="Google Shape;354;p15"/>
            <p:cNvSpPr/>
            <p:nvPr/>
          </p:nvSpPr>
          <p:spPr>
            <a:xfrm>
              <a:off x="7384407" y="4855967"/>
              <a:ext cx="969264" cy="652751"/>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sz="1800">
                  <a:solidFill>
                    <a:schemeClr val="dk1"/>
                  </a:solidFill>
                  <a:latin typeface="Arial"/>
                  <a:ea typeface="Arial"/>
                  <a:cs typeface="Arial"/>
                  <a:sym typeface="Arial"/>
                </a:rPr>
                <a:t>rmw</a:t>
              </a:r>
              <a:endParaRPr sz="1800">
                <a:solidFill>
                  <a:schemeClr val="dk1"/>
                </a:solidFill>
                <a:latin typeface="Arial"/>
                <a:ea typeface="Arial"/>
                <a:cs typeface="Arial"/>
                <a:sym typeface="Arial"/>
              </a:endParaRPr>
            </a:p>
          </p:txBody>
        </p:sp>
        <p:cxnSp>
          <p:nvCxnSpPr>
            <p:cNvPr id="355" name="Google Shape;355;p15"/>
            <p:cNvCxnSpPr>
              <a:stCxn id="343" idx="2"/>
              <a:endCxn id="344" idx="0"/>
            </p:cNvCxnSpPr>
            <p:nvPr/>
          </p:nvCxnSpPr>
          <p:spPr>
            <a:xfrm>
              <a:off x="8268327" y="1741550"/>
              <a:ext cx="0" cy="278100"/>
            </a:xfrm>
            <a:prstGeom prst="straightConnector1">
              <a:avLst/>
            </a:prstGeom>
            <a:noFill/>
            <a:ln w="9525" cap="flat" cmpd="sng">
              <a:solidFill>
                <a:srgbClr val="4A7DBA"/>
              </a:solidFill>
              <a:prstDash val="solid"/>
              <a:round/>
              <a:headEnd type="none" w="sm" len="sm"/>
              <a:tailEnd type="triangle" w="med" len="med"/>
            </a:ln>
          </p:spPr>
        </p:cxnSp>
        <p:cxnSp>
          <p:nvCxnSpPr>
            <p:cNvPr id="356" name="Google Shape;356;p15"/>
            <p:cNvCxnSpPr>
              <a:stCxn id="344" idx="2"/>
            </p:cNvCxnSpPr>
            <p:nvPr/>
          </p:nvCxnSpPr>
          <p:spPr>
            <a:xfrm>
              <a:off x="8268327" y="2391218"/>
              <a:ext cx="0" cy="278100"/>
            </a:xfrm>
            <a:prstGeom prst="straightConnector1">
              <a:avLst/>
            </a:prstGeom>
            <a:noFill/>
            <a:ln w="9525" cap="flat" cmpd="sng">
              <a:solidFill>
                <a:srgbClr val="4A7DBA"/>
              </a:solidFill>
              <a:prstDash val="solid"/>
              <a:round/>
              <a:headEnd type="none" w="sm" len="sm"/>
              <a:tailEnd type="triangle" w="med" len="med"/>
            </a:ln>
          </p:spPr>
        </p:cxnSp>
        <p:cxnSp>
          <p:nvCxnSpPr>
            <p:cNvPr id="357" name="Google Shape;357;p15"/>
            <p:cNvCxnSpPr>
              <a:endCxn id="351" idx="0"/>
            </p:cNvCxnSpPr>
            <p:nvPr/>
          </p:nvCxnSpPr>
          <p:spPr>
            <a:xfrm>
              <a:off x="7869039" y="3046477"/>
              <a:ext cx="0" cy="771900"/>
            </a:xfrm>
            <a:prstGeom prst="straightConnector1">
              <a:avLst/>
            </a:prstGeom>
            <a:noFill/>
            <a:ln w="9525" cap="flat" cmpd="sng">
              <a:solidFill>
                <a:srgbClr val="4A7DBA"/>
              </a:solidFill>
              <a:prstDash val="solid"/>
              <a:round/>
              <a:headEnd type="none" w="sm" len="sm"/>
              <a:tailEnd type="triangle" w="med" len="med"/>
            </a:ln>
          </p:spPr>
        </p:cxnSp>
        <p:cxnSp>
          <p:nvCxnSpPr>
            <p:cNvPr id="358" name="Google Shape;358;p15"/>
            <p:cNvCxnSpPr>
              <a:endCxn id="349" idx="0"/>
            </p:cNvCxnSpPr>
            <p:nvPr/>
          </p:nvCxnSpPr>
          <p:spPr>
            <a:xfrm>
              <a:off x="9804519" y="3046477"/>
              <a:ext cx="0" cy="771900"/>
            </a:xfrm>
            <a:prstGeom prst="straightConnector1">
              <a:avLst/>
            </a:prstGeom>
            <a:noFill/>
            <a:ln w="9525" cap="flat" cmpd="sng">
              <a:solidFill>
                <a:srgbClr val="4A7DBA"/>
              </a:solidFill>
              <a:prstDash val="solid"/>
              <a:round/>
              <a:headEnd type="none" w="sm" len="sm"/>
              <a:tailEnd type="triangle" w="med" len="med"/>
            </a:ln>
          </p:spPr>
        </p:cxnSp>
        <p:cxnSp>
          <p:nvCxnSpPr>
            <p:cNvPr id="359" name="Google Shape;359;p15"/>
            <p:cNvCxnSpPr>
              <a:endCxn id="352" idx="0"/>
            </p:cNvCxnSpPr>
            <p:nvPr/>
          </p:nvCxnSpPr>
          <p:spPr>
            <a:xfrm>
              <a:off x="11377338" y="3046368"/>
              <a:ext cx="27000" cy="1809600"/>
            </a:xfrm>
            <a:prstGeom prst="straightConnector1">
              <a:avLst/>
            </a:prstGeom>
            <a:noFill/>
            <a:ln w="9525" cap="flat" cmpd="sng">
              <a:solidFill>
                <a:srgbClr val="4A7DBA"/>
              </a:solidFill>
              <a:prstDash val="solid"/>
              <a:round/>
              <a:headEnd type="none" w="sm" len="sm"/>
              <a:tailEnd type="triangle" w="med" len="med"/>
            </a:ln>
          </p:spPr>
        </p:cxnSp>
        <p:cxnSp>
          <p:nvCxnSpPr>
            <p:cNvPr id="360" name="Google Shape;360;p15"/>
            <p:cNvCxnSpPr>
              <a:stCxn id="347" idx="2"/>
              <a:endCxn id="345" idx="0"/>
            </p:cNvCxnSpPr>
            <p:nvPr/>
          </p:nvCxnSpPr>
          <p:spPr>
            <a:xfrm>
              <a:off x="10810359" y="1741549"/>
              <a:ext cx="0" cy="278100"/>
            </a:xfrm>
            <a:prstGeom prst="straightConnector1">
              <a:avLst/>
            </a:prstGeom>
            <a:noFill/>
            <a:ln w="9525" cap="flat" cmpd="sng">
              <a:solidFill>
                <a:srgbClr val="4A7DBA"/>
              </a:solidFill>
              <a:prstDash val="solid"/>
              <a:round/>
              <a:headEnd type="none" w="sm" len="sm"/>
              <a:tailEnd type="triangle" w="med" len="med"/>
            </a:ln>
          </p:spPr>
        </p:cxnSp>
        <p:cxnSp>
          <p:nvCxnSpPr>
            <p:cNvPr id="361" name="Google Shape;361;p15"/>
            <p:cNvCxnSpPr>
              <a:stCxn id="345" idx="2"/>
            </p:cNvCxnSpPr>
            <p:nvPr/>
          </p:nvCxnSpPr>
          <p:spPr>
            <a:xfrm>
              <a:off x="10810359" y="2391218"/>
              <a:ext cx="0" cy="278100"/>
            </a:xfrm>
            <a:prstGeom prst="straightConnector1">
              <a:avLst/>
            </a:prstGeom>
            <a:noFill/>
            <a:ln w="9525" cap="flat" cmpd="sng">
              <a:solidFill>
                <a:srgbClr val="4A7DBA"/>
              </a:solidFill>
              <a:prstDash val="solid"/>
              <a:round/>
              <a:headEnd type="none" w="sm" len="sm"/>
              <a:tailEnd type="triangle" w="med" len="med"/>
            </a:ln>
          </p:spPr>
        </p:cxnSp>
        <p:cxnSp>
          <p:nvCxnSpPr>
            <p:cNvPr id="362" name="Google Shape;362;p15"/>
            <p:cNvCxnSpPr>
              <a:endCxn id="353" idx="0"/>
            </p:cNvCxnSpPr>
            <p:nvPr/>
          </p:nvCxnSpPr>
          <p:spPr>
            <a:xfrm>
              <a:off x="9673455" y="4471067"/>
              <a:ext cx="0" cy="384900"/>
            </a:xfrm>
            <a:prstGeom prst="straightConnector1">
              <a:avLst/>
            </a:prstGeom>
            <a:noFill/>
            <a:ln w="9525" cap="flat" cmpd="sng">
              <a:solidFill>
                <a:srgbClr val="4A7DBA"/>
              </a:solidFill>
              <a:prstDash val="solid"/>
              <a:round/>
              <a:headEnd type="none" w="sm" len="sm"/>
              <a:tailEnd type="triangle" w="med" len="med"/>
            </a:ln>
          </p:spPr>
        </p:cxnSp>
        <p:cxnSp>
          <p:nvCxnSpPr>
            <p:cNvPr id="363" name="Google Shape;363;p15"/>
            <p:cNvCxnSpPr>
              <a:stCxn id="351" idx="2"/>
              <a:endCxn id="354" idx="0"/>
            </p:cNvCxnSpPr>
            <p:nvPr/>
          </p:nvCxnSpPr>
          <p:spPr>
            <a:xfrm>
              <a:off x="7869039" y="4471128"/>
              <a:ext cx="0" cy="384900"/>
            </a:xfrm>
            <a:prstGeom prst="straightConnector1">
              <a:avLst/>
            </a:prstGeom>
            <a:noFill/>
            <a:ln w="9525" cap="flat" cmpd="sng">
              <a:solidFill>
                <a:srgbClr val="4A7DBA"/>
              </a:solidFill>
              <a:prstDash val="solid"/>
              <a:round/>
              <a:headEnd type="none" w="sm" len="sm"/>
              <a:tailEnd type="triangle" w="med" len="med"/>
            </a:ln>
          </p:spPr>
        </p:cxnSp>
        <p:sp>
          <p:nvSpPr>
            <p:cNvPr id="364" name="Google Shape;364;p15"/>
            <p:cNvSpPr/>
            <p:nvPr/>
          </p:nvSpPr>
          <p:spPr>
            <a:xfrm>
              <a:off x="8478639" y="4091432"/>
              <a:ext cx="2601309" cy="1547543"/>
            </a:xfrm>
            <a:prstGeom prst="rect">
              <a:avLst/>
            </a:prstGeom>
            <a:noFill/>
            <a:ln w="38100" cap="flat" cmpd="sng">
              <a:solidFill>
                <a:srgbClr val="FF0000"/>
              </a:solidFill>
              <a:prstDash val="dot"/>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endParaRPr sz="1200">
                <a:solidFill>
                  <a:schemeClr val="dk1"/>
                </a:solidFill>
                <a:latin typeface="Arial"/>
                <a:ea typeface="Arial"/>
                <a:cs typeface="Arial"/>
                <a:sym typeface="Arial"/>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sp>
        <p:nvSpPr>
          <p:cNvPr id="369" name="Google Shape;369;p16"/>
          <p:cNvSpPr txBox="1">
            <a:spLocks noGrp="1"/>
          </p:cNvSpPr>
          <p:nvPr>
            <p:ph type="title"/>
          </p:nvPr>
        </p:nvSpPr>
        <p:spPr>
          <a:xfrm>
            <a:off x="431372" y="10491"/>
            <a:ext cx="11760627" cy="706595"/>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200"/>
              <a:buFont typeface="Arial"/>
              <a:buNone/>
            </a:pPr>
            <a:r>
              <a:rPr lang="ja-JP"/>
              <a:t>What was the pain?</a:t>
            </a:r>
            <a:endParaRPr/>
          </a:p>
        </p:txBody>
      </p:sp>
      <p:sp>
        <p:nvSpPr>
          <p:cNvPr id="370" name="Google Shape;370;p16"/>
          <p:cNvSpPr txBox="1">
            <a:spLocks noGrp="1"/>
          </p:cNvSpPr>
          <p:nvPr>
            <p:ph type="body" idx="1"/>
          </p:nvPr>
        </p:nvSpPr>
        <p:spPr>
          <a:xfrm>
            <a:off x="431373" y="739894"/>
            <a:ext cx="11329259" cy="5584707"/>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2000"/>
              <a:buNone/>
            </a:pPr>
            <a:r>
              <a:rPr lang="ja-JP" sz="2000"/>
              <a:t>rcl_logging_interface implementation must be build and integrated with rcl binary. That says, we cannot change the rcl logging implementation at runtime without rebuilding the source code. This needed to be fixed as </a:t>
            </a:r>
            <a:r>
              <a:rPr lang="ja-JP" sz="2000" u="sng">
                <a:solidFill>
                  <a:schemeClr val="hlink"/>
                </a:solidFill>
                <a:hlinkClick r:id="rId3"/>
              </a:rPr>
              <a:t>Feature Request: Select the logger without rebuilding</a:t>
            </a:r>
            <a:endParaRPr sz="2000"/>
          </a:p>
          <a:p>
            <a:pPr marL="257168" lvl="0" indent="-130168" algn="l" rtl="0">
              <a:spcBef>
                <a:spcPts val="400"/>
              </a:spcBef>
              <a:spcAft>
                <a:spcPts val="0"/>
              </a:spcAft>
              <a:buClr>
                <a:schemeClr val="dk2"/>
              </a:buClr>
              <a:buSzPts val="2000"/>
              <a:buFont typeface="Noto Sans Symbols"/>
              <a:buNone/>
            </a:pPr>
            <a:endParaRPr sz="2000"/>
          </a:p>
        </p:txBody>
      </p:sp>
      <p:sp>
        <p:nvSpPr>
          <p:cNvPr id="371" name="Google Shape;371;p16"/>
          <p:cNvSpPr txBox="1">
            <a:spLocks noGrp="1"/>
          </p:cNvSpPr>
          <p:nvPr>
            <p:ph type="sldNum" idx="12"/>
          </p:nvPr>
        </p:nvSpPr>
        <p:spPr>
          <a:xfrm>
            <a:off x="9348335" y="6535795"/>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ltLang="ja-JP" smtClean="0"/>
              <a:t>16</a:t>
            </a:fld>
            <a:r>
              <a:rPr lang="en-US" altLang="ja-JP" dirty="0"/>
              <a:t>/20</a:t>
            </a:r>
            <a:endParaRPr dirty="0"/>
          </a:p>
        </p:txBody>
      </p:sp>
      <p:pic>
        <p:nvPicPr>
          <p:cNvPr id="372" name="Google Shape;372;p16" descr="The image depicts a technical diagram explaining the need for a future update to the ROS (Robot Operating System) logging interface, specifically mentioning the integration of the `rcl_logging_interface` and `spdlog` for enhanced functionality, and a feature request for the ROSCon Singapore 2018.&#10;&#10;AI 生成コンテンツは誤りを含む可能性があります。"/>
          <p:cNvPicPr preferRelativeResize="0"/>
          <p:nvPr/>
        </p:nvPicPr>
        <p:blipFill rotWithShape="1">
          <a:blip r:embed="rId4">
            <a:alphaModFix/>
          </a:blip>
          <a:srcRect/>
          <a:stretch/>
        </p:blipFill>
        <p:spPr>
          <a:xfrm>
            <a:off x="1210732" y="1888738"/>
            <a:ext cx="10126133" cy="4647057"/>
          </a:xfrm>
          <a:prstGeom prst="rect">
            <a:avLst/>
          </a:prstGeom>
          <a:noFill/>
          <a:ln>
            <a:noFill/>
          </a:ln>
        </p:spPr>
      </p:pic>
      <p:pic>
        <p:nvPicPr>
          <p:cNvPr id="373" name="Google Shape;373;p16" descr="ROS 2 Kilted Kaiju released — Open Robotics"/>
          <p:cNvPicPr preferRelativeResize="0"/>
          <p:nvPr/>
        </p:nvPicPr>
        <p:blipFill rotWithShape="1">
          <a:blip r:embed="rId5">
            <a:alphaModFix/>
          </a:blip>
          <a:srcRect/>
          <a:stretch/>
        </p:blipFill>
        <p:spPr>
          <a:xfrm>
            <a:off x="1210732" y="5494302"/>
            <a:ext cx="1143958" cy="1143958"/>
          </a:xfrm>
          <a:prstGeom prst="rect">
            <a:avLst/>
          </a:prstGeom>
          <a:noFill/>
          <a:ln>
            <a:noFill/>
          </a:ln>
        </p:spPr>
      </p:pic>
      <p:pic>
        <p:nvPicPr>
          <p:cNvPr id="374" name="Google Shape;374;p16" descr="ROS 2 Lyrical Luth Released! 🎉 - ROS Announcements and News - Open  Robotics Discourse"/>
          <p:cNvPicPr preferRelativeResize="0"/>
          <p:nvPr/>
        </p:nvPicPr>
        <p:blipFill rotWithShape="1">
          <a:blip r:embed="rId6">
            <a:alphaModFix/>
          </a:blip>
          <a:srcRect/>
          <a:stretch/>
        </p:blipFill>
        <p:spPr>
          <a:xfrm>
            <a:off x="7480693" y="5266337"/>
            <a:ext cx="1060122" cy="1371923"/>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sp>
        <p:nvSpPr>
          <p:cNvPr id="379" name="Google Shape;379;p17"/>
          <p:cNvSpPr txBox="1">
            <a:spLocks noGrp="1"/>
          </p:cNvSpPr>
          <p:nvPr>
            <p:ph type="title"/>
          </p:nvPr>
        </p:nvSpPr>
        <p:spPr>
          <a:xfrm>
            <a:off x="431372" y="10491"/>
            <a:ext cx="11760627" cy="706595"/>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200"/>
              <a:buFont typeface="Arial"/>
              <a:buNone/>
            </a:pPr>
            <a:r>
              <a:rPr lang="ja-JP"/>
              <a:t>rcl_logging_implementation</a:t>
            </a:r>
            <a:endParaRPr/>
          </a:p>
        </p:txBody>
      </p:sp>
      <p:sp>
        <p:nvSpPr>
          <p:cNvPr id="380" name="Google Shape;380;p17"/>
          <p:cNvSpPr txBox="1">
            <a:spLocks noGrp="1"/>
          </p:cNvSpPr>
          <p:nvPr>
            <p:ph type="body" idx="1"/>
          </p:nvPr>
        </p:nvSpPr>
        <p:spPr>
          <a:xfrm>
            <a:off x="431373" y="739894"/>
            <a:ext cx="11329259" cy="5584707"/>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2000"/>
              <a:buNone/>
            </a:pPr>
            <a:r>
              <a:rPr lang="ja-JP" sz="2000"/>
              <a:t>is a package that enables runtime dynamic loading of logging backends in ROS 2, similar to how rmw_implementation works for middleware selection. This abstraction layer allows users to switch between different logging implementations (such as rcl_logging_spdlog and rcl_logging_noop) without rebuilding RCL or application code.</a:t>
            </a:r>
            <a:endParaRPr/>
          </a:p>
          <a:p>
            <a:pPr marL="257168" lvl="0" indent="-193668" algn="l" rtl="0">
              <a:spcBef>
                <a:spcPts val="200"/>
              </a:spcBef>
              <a:spcAft>
                <a:spcPts val="0"/>
              </a:spcAft>
              <a:buClr>
                <a:schemeClr val="dk2"/>
              </a:buClr>
              <a:buSzPts val="1000"/>
              <a:buFont typeface="Noto Sans Symbols"/>
              <a:buNone/>
            </a:pPr>
            <a:endParaRPr sz="1000"/>
          </a:p>
          <a:p>
            <a:pPr marL="0" lvl="0" indent="0" algn="l" rtl="0">
              <a:spcBef>
                <a:spcPts val="400"/>
              </a:spcBef>
              <a:spcAft>
                <a:spcPts val="0"/>
              </a:spcAft>
              <a:buSzPts val="2000"/>
              <a:buNone/>
            </a:pPr>
            <a:r>
              <a:rPr lang="ja-JP" sz="2000"/>
              <a:t>See more details for </a:t>
            </a:r>
            <a:r>
              <a:rPr lang="ja-JP" sz="2000" u="sng">
                <a:solidFill>
                  <a:schemeClr val="hlink"/>
                </a:solidFill>
                <a:hlinkClick r:id="rId3"/>
              </a:rPr>
              <a:t>About-Logging#rcl-logging-implementation</a:t>
            </a:r>
            <a:endParaRPr sz="2000"/>
          </a:p>
          <a:p>
            <a:pPr marL="257168" lvl="0" indent="-193668" algn="l" rtl="0">
              <a:spcBef>
                <a:spcPts val="200"/>
              </a:spcBef>
              <a:spcAft>
                <a:spcPts val="0"/>
              </a:spcAft>
              <a:buClr>
                <a:schemeClr val="dk2"/>
              </a:buClr>
              <a:buSzPts val="1000"/>
              <a:buFont typeface="Noto Sans Symbols"/>
              <a:buNone/>
            </a:pPr>
            <a:endParaRPr sz="1000"/>
          </a:p>
          <a:p>
            <a:pPr marL="342900" lvl="0" indent="-342900" algn="l" rtl="0">
              <a:spcBef>
                <a:spcPts val="400"/>
              </a:spcBef>
              <a:spcAft>
                <a:spcPts val="0"/>
              </a:spcAft>
              <a:buSzPts val="2000"/>
              <a:buFont typeface="Arial"/>
              <a:buChar char="•"/>
            </a:pPr>
            <a:r>
              <a:rPr lang="ja-JP" sz="2000" b="1">
                <a:solidFill>
                  <a:srgbClr val="FF0000"/>
                </a:solidFill>
              </a:rPr>
              <a:t>RCL_LOGGING_IMPLEMENTATION</a:t>
            </a:r>
            <a:endParaRPr/>
          </a:p>
          <a:p>
            <a:pPr marL="800100" lvl="1" indent="-342900" algn="l" rtl="0">
              <a:spcBef>
                <a:spcPts val="400"/>
              </a:spcBef>
              <a:spcAft>
                <a:spcPts val="0"/>
              </a:spcAft>
              <a:buSzPts val="2000"/>
              <a:buFont typeface="Arial"/>
              <a:buChar char="•"/>
            </a:pPr>
            <a:r>
              <a:rPr lang="ja-JP" sz="2000"/>
              <a:t>Dynamic Loading (default, runtime)</a:t>
            </a:r>
            <a:endParaRPr/>
          </a:p>
          <a:p>
            <a:pPr marL="1257300" lvl="2" indent="-342900" algn="l" rtl="0">
              <a:spcBef>
                <a:spcPts val="400"/>
              </a:spcBef>
              <a:spcAft>
                <a:spcPts val="0"/>
              </a:spcAft>
              <a:buSzPts val="2000"/>
              <a:buChar char="•"/>
            </a:pPr>
            <a:r>
              <a:rPr lang="ja-JP"/>
              <a:t>Switch logging implementation</a:t>
            </a:r>
            <a:endParaRPr/>
          </a:p>
          <a:p>
            <a:pPr marL="685783" lvl="2" indent="0" algn="l" rtl="0">
              <a:spcBef>
                <a:spcPts val="360"/>
              </a:spcBef>
              <a:spcAft>
                <a:spcPts val="0"/>
              </a:spcAft>
              <a:buSzPts val="1800"/>
              <a:buNone/>
            </a:pPr>
            <a:r>
              <a:rPr lang="ja-JP" sz="1800"/>
              <a:t>                                     e.g) rcl_logging_noop</a:t>
            </a:r>
            <a:endParaRPr sz="1800"/>
          </a:p>
          <a:p>
            <a:pPr marL="800100" lvl="1" indent="-342900" algn="l" rtl="0">
              <a:spcBef>
                <a:spcPts val="400"/>
              </a:spcBef>
              <a:spcAft>
                <a:spcPts val="0"/>
              </a:spcAft>
              <a:buSzPts val="2000"/>
              <a:buFont typeface="Arial"/>
              <a:buChar char="•"/>
            </a:pPr>
            <a:r>
              <a:rPr lang="ja-JP" sz="2000"/>
              <a:t>Static Link (Build time)</a:t>
            </a:r>
            <a:endParaRPr/>
          </a:p>
          <a:p>
            <a:pPr marL="1257300" lvl="2" indent="-342900" algn="l" rtl="0">
              <a:spcBef>
                <a:spcPts val="400"/>
              </a:spcBef>
              <a:spcAft>
                <a:spcPts val="0"/>
              </a:spcAft>
              <a:buSzPts val="2000"/>
              <a:buChar char="•"/>
            </a:pPr>
            <a:r>
              <a:rPr lang="ja-JP"/>
              <a:t>Bypass abstraction, No dlopen overhead</a:t>
            </a:r>
            <a:endParaRPr/>
          </a:p>
          <a:p>
            <a:pPr marL="1257300" lvl="2" indent="-342900" algn="l" rtl="0">
              <a:spcBef>
                <a:spcPts val="400"/>
              </a:spcBef>
              <a:spcAft>
                <a:spcPts val="0"/>
              </a:spcAft>
              <a:buSzPts val="2000"/>
              <a:buChar char="•"/>
            </a:pPr>
            <a:r>
              <a:rPr lang="ja-JP"/>
              <a:t>Bind rcl to specific logging implementation</a:t>
            </a:r>
            <a:endParaRPr/>
          </a:p>
          <a:p>
            <a:pPr marL="1257300" lvl="2" indent="-215900" algn="l" rtl="0">
              <a:spcBef>
                <a:spcPts val="400"/>
              </a:spcBef>
              <a:spcAft>
                <a:spcPts val="0"/>
              </a:spcAft>
              <a:buSzPts val="2000"/>
              <a:buNone/>
            </a:pPr>
            <a:endParaRPr/>
          </a:p>
          <a:p>
            <a:pPr marL="800100" lvl="1" indent="-215900" algn="l" rtl="0">
              <a:spcBef>
                <a:spcPts val="400"/>
              </a:spcBef>
              <a:spcAft>
                <a:spcPts val="0"/>
              </a:spcAft>
              <a:buSzPts val="2000"/>
              <a:buFont typeface="Arial"/>
              <a:buNone/>
            </a:pPr>
            <a:endParaRPr sz="2000"/>
          </a:p>
          <a:p>
            <a:pPr marL="0" lvl="0" indent="0" algn="l" rtl="0">
              <a:spcBef>
                <a:spcPts val="480"/>
              </a:spcBef>
              <a:spcAft>
                <a:spcPts val="0"/>
              </a:spcAft>
              <a:buSzPts val="2400"/>
              <a:buNone/>
            </a:pPr>
            <a:endParaRPr/>
          </a:p>
        </p:txBody>
      </p:sp>
      <p:sp>
        <p:nvSpPr>
          <p:cNvPr id="381" name="Google Shape;381;p17"/>
          <p:cNvSpPr txBox="1">
            <a:spLocks noGrp="1"/>
          </p:cNvSpPr>
          <p:nvPr>
            <p:ph type="sldNum" idx="12"/>
          </p:nvPr>
        </p:nvSpPr>
        <p:spPr>
          <a:xfrm>
            <a:off x="9348335" y="6535795"/>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ltLang="ja-JP" smtClean="0"/>
              <a:t>17</a:t>
            </a:fld>
            <a:r>
              <a:rPr lang="en-US" altLang="ja-JP" dirty="0"/>
              <a:t>/20</a:t>
            </a:r>
            <a:endParaRPr dirty="0"/>
          </a:p>
        </p:txBody>
      </p:sp>
      <p:pic>
        <p:nvPicPr>
          <p:cNvPr id="382" name="Google Shape;382;p17" descr="The diagram illustrates a series of components and interfaces related to ROS (Robot Operating System), specifically focusing on logging implementations using various logging libraries such as spdlog and noop.&#10;&#10;AI 生成コンテンツは誤りを含む可能性があります。"/>
          <p:cNvPicPr preferRelativeResize="0"/>
          <p:nvPr/>
        </p:nvPicPr>
        <p:blipFill rotWithShape="1">
          <a:blip r:embed="rId4">
            <a:alphaModFix/>
          </a:blip>
          <a:srcRect/>
          <a:stretch/>
        </p:blipFill>
        <p:spPr>
          <a:xfrm>
            <a:off x="6753763" y="2698475"/>
            <a:ext cx="5314171" cy="3514799"/>
          </a:xfrm>
          <a:prstGeom prst="rect">
            <a:avLst/>
          </a:prstGeom>
          <a:noFill/>
          <a:ln>
            <a:noFill/>
          </a:ln>
        </p:spPr>
      </p:pic>
      <p:pic>
        <p:nvPicPr>
          <p:cNvPr id="383" name="Google Shape;383;p17" descr="The image displays a terminal screen with two lines of text, one setting the ROS2 logging implementation to spdlog, and the other to noop, followed by the command to run a talker node.&#10;&#10;AI 生成コンテンツは誤りを含む可能性があります。"/>
          <p:cNvPicPr preferRelativeResize="0"/>
          <p:nvPr/>
        </p:nvPicPr>
        <p:blipFill rotWithShape="1">
          <a:blip r:embed="rId5">
            <a:alphaModFix/>
          </a:blip>
          <a:srcRect/>
          <a:stretch/>
        </p:blipFill>
        <p:spPr>
          <a:xfrm>
            <a:off x="273631" y="5377117"/>
            <a:ext cx="6369228" cy="1387709"/>
          </a:xfrm>
          <a:prstGeom prst="rect">
            <a:avLst/>
          </a:prstGeom>
          <a:noFill/>
          <a:ln w="9525" cap="flat" cmpd="sng">
            <a:solidFill>
              <a:schemeClr val="dk1"/>
            </a:solidFill>
            <a:prstDash val="solid"/>
            <a:round/>
            <a:headEnd type="none" w="sm" len="sm"/>
            <a:tailEnd type="none" w="sm" len="sm"/>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sp>
        <p:nvSpPr>
          <p:cNvPr id="388" name="Google Shape;388;p18"/>
          <p:cNvSpPr txBox="1">
            <a:spLocks noGrp="1"/>
          </p:cNvSpPr>
          <p:nvPr>
            <p:ph type="title"/>
          </p:nvPr>
        </p:nvSpPr>
        <p:spPr>
          <a:xfrm>
            <a:off x="431372" y="10491"/>
            <a:ext cx="11760627" cy="706595"/>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200"/>
              <a:buFont typeface="Arial"/>
              <a:buNone/>
            </a:pPr>
            <a:r>
              <a:rPr lang="ja-JP"/>
              <a:t>rcl_logging_syslog</a:t>
            </a:r>
            <a:endParaRPr/>
          </a:p>
        </p:txBody>
      </p:sp>
      <p:sp>
        <p:nvSpPr>
          <p:cNvPr id="389" name="Google Shape;389;p18"/>
          <p:cNvSpPr txBox="1">
            <a:spLocks noGrp="1"/>
          </p:cNvSpPr>
          <p:nvPr>
            <p:ph type="body" idx="1"/>
          </p:nvPr>
        </p:nvSpPr>
        <p:spPr>
          <a:xfrm>
            <a:off x="431373" y="739894"/>
            <a:ext cx="11329259" cy="5584707"/>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2000"/>
              <a:buFont typeface="Arial"/>
              <a:buChar char="•"/>
            </a:pPr>
            <a:r>
              <a:rPr lang="ja-JP" sz="2000" dirty="0"/>
              <a:t>Alternate implementation for rcl_logging_interface</a:t>
            </a:r>
            <a:endParaRPr sz="2000" dirty="0"/>
          </a:p>
          <a:p>
            <a:pPr marL="342900" lvl="0" indent="-342900" algn="l" rtl="0">
              <a:spcBef>
                <a:spcPts val="400"/>
              </a:spcBef>
              <a:spcAft>
                <a:spcPts val="0"/>
              </a:spcAft>
              <a:buSzPts val="2000"/>
              <a:buFont typeface="Arial"/>
              <a:buChar char="•"/>
            </a:pPr>
            <a:r>
              <a:rPr lang="ja-JP" sz="2000" dirty="0"/>
              <a:t>ROS 2 rcl logging implementation built on top of </a:t>
            </a:r>
            <a:r>
              <a:rPr lang="ja-JP" sz="2000" u="sng" dirty="0">
                <a:solidFill>
                  <a:schemeClr val="hlink"/>
                </a:solidFill>
                <a:hlinkClick r:id="rId3"/>
              </a:rPr>
              <a:t>syslog(3)</a:t>
            </a:r>
            <a:endParaRPr sz="2000" dirty="0"/>
          </a:p>
          <a:p>
            <a:pPr marL="342900" lvl="0" indent="-342900" algn="l" rtl="0">
              <a:spcBef>
                <a:spcPts val="400"/>
              </a:spcBef>
              <a:spcAft>
                <a:spcPts val="0"/>
              </a:spcAft>
              <a:buSzPts val="2000"/>
              <a:buFont typeface="Arial"/>
              <a:buChar char="•"/>
            </a:pPr>
            <a:r>
              <a:rPr lang="ja-JP" sz="2000" dirty="0"/>
              <a:t>Connects with </a:t>
            </a:r>
            <a:r>
              <a:rPr lang="ja-JP" sz="2000" u="sng" dirty="0">
                <a:solidFill>
                  <a:schemeClr val="hlink"/>
                </a:solidFill>
                <a:hlinkClick r:id="rId4"/>
              </a:rPr>
              <a:t>rsyslog</a:t>
            </a:r>
            <a:r>
              <a:rPr lang="ja-JP" sz="2000" dirty="0"/>
              <a:t> and </a:t>
            </a:r>
            <a:r>
              <a:rPr lang="ja-JP" sz="2000" u="sng" dirty="0">
                <a:solidFill>
                  <a:schemeClr val="hlink"/>
                </a:solidFill>
                <a:hlinkClick r:id="rId5"/>
              </a:rPr>
              <a:t>FluentBit</a:t>
            </a:r>
            <a:r>
              <a:rPr lang="ja-JP" sz="2000" dirty="0"/>
              <a:t> etc...</a:t>
            </a:r>
            <a:endParaRPr sz="2000" dirty="0"/>
          </a:p>
          <a:p>
            <a:pPr marL="257168" lvl="0" indent="-130168" algn="l" rtl="0">
              <a:spcBef>
                <a:spcPts val="400"/>
              </a:spcBef>
              <a:spcAft>
                <a:spcPts val="0"/>
              </a:spcAft>
              <a:buClr>
                <a:schemeClr val="dk2"/>
              </a:buClr>
              <a:buSzPts val="2000"/>
              <a:buFont typeface="Noto Sans Symbols"/>
              <a:buNone/>
            </a:pPr>
            <a:endParaRPr sz="2000" dirty="0"/>
          </a:p>
        </p:txBody>
      </p:sp>
      <p:sp>
        <p:nvSpPr>
          <p:cNvPr id="390" name="Google Shape;390;p18"/>
          <p:cNvSpPr txBox="1">
            <a:spLocks noGrp="1"/>
          </p:cNvSpPr>
          <p:nvPr>
            <p:ph type="sldNum" idx="12"/>
          </p:nvPr>
        </p:nvSpPr>
        <p:spPr>
          <a:xfrm>
            <a:off x="9348335" y="6535795"/>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ltLang="ja-JP" smtClean="0"/>
              <a:t>18</a:t>
            </a:fld>
            <a:r>
              <a:rPr lang="en-US" altLang="ja-JP" dirty="0"/>
              <a:t>/20</a:t>
            </a:r>
            <a:endParaRPr dirty="0"/>
          </a:p>
        </p:txBody>
      </p:sp>
      <p:pic>
        <p:nvPicPr>
          <p:cNvPr id="391" name="Google Shape;391;p18" descr="The diagram illustrates a complex integration of Amazon Kafka, Grafana, S3, Elasticsearch, and various robot system components, including Fluentd, Fluentbit, and ROS 2, all connected for a comprehensive logging and monitoring solution.&#10;&#10;AI 生成コンテンツは誤りを含む可能性があります。"/>
          <p:cNvPicPr preferRelativeResize="0"/>
          <p:nvPr/>
        </p:nvPicPr>
        <p:blipFill rotWithShape="1">
          <a:blip r:embed="rId6">
            <a:alphaModFix/>
          </a:blip>
          <a:srcRect/>
          <a:stretch/>
        </p:blipFill>
        <p:spPr>
          <a:xfrm>
            <a:off x="1767899" y="1823013"/>
            <a:ext cx="7763911" cy="4973756"/>
          </a:xfrm>
          <a:prstGeom prst="rect">
            <a:avLst/>
          </a:prstGeom>
          <a:noFill/>
          <a:ln>
            <a:noFill/>
          </a:ln>
        </p:spPr>
      </p:pic>
      <p:grpSp>
        <p:nvGrpSpPr>
          <p:cNvPr id="3" name="グループ化 2">
            <a:extLst>
              <a:ext uri="{FF2B5EF4-FFF2-40B4-BE49-F238E27FC236}">
                <a16:creationId xmlns:a16="http://schemas.microsoft.com/office/drawing/2014/main" id="{4DB6569A-5965-1F3C-CCBE-32571D2164C3}"/>
              </a:ext>
            </a:extLst>
          </p:cNvPr>
          <p:cNvGrpSpPr/>
          <p:nvPr/>
        </p:nvGrpSpPr>
        <p:grpSpPr>
          <a:xfrm>
            <a:off x="9465175" y="739894"/>
            <a:ext cx="2611120" cy="2391239"/>
            <a:chOff x="9701354" y="796156"/>
            <a:chExt cx="2611120" cy="2391239"/>
          </a:xfrm>
        </p:grpSpPr>
        <p:pic>
          <p:nvPicPr>
            <p:cNvPr id="392" name="Google Shape;392;p18"/>
            <p:cNvPicPr preferRelativeResize="0"/>
            <p:nvPr/>
          </p:nvPicPr>
          <p:blipFill rotWithShape="1">
            <a:blip r:embed="rId7">
              <a:alphaModFix/>
            </a:blip>
            <a:srcRect/>
            <a:stretch/>
          </p:blipFill>
          <p:spPr>
            <a:xfrm>
              <a:off x="10039481" y="796156"/>
              <a:ext cx="1934867" cy="1934867"/>
            </a:xfrm>
            <a:prstGeom prst="rect">
              <a:avLst/>
            </a:prstGeom>
            <a:noFill/>
            <a:ln>
              <a:noFill/>
            </a:ln>
          </p:spPr>
        </p:pic>
        <p:sp>
          <p:nvSpPr>
            <p:cNvPr id="2" name="テキスト ボックス 1">
              <a:extLst>
                <a:ext uri="{FF2B5EF4-FFF2-40B4-BE49-F238E27FC236}">
                  <a16:creationId xmlns:a16="http://schemas.microsoft.com/office/drawing/2014/main" id="{7EBFE623-2760-F519-EFB3-5923DAEAC71E}"/>
                </a:ext>
              </a:extLst>
            </p:cNvPr>
            <p:cNvSpPr txBox="1"/>
            <p:nvPr/>
          </p:nvSpPr>
          <p:spPr>
            <a:xfrm>
              <a:off x="9701354" y="2787285"/>
              <a:ext cx="2611120" cy="400110"/>
            </a:xfrm>
            <a:prstGeom prst="rect">
              <a:avLst/>
            </a:prstGeom>
            <a:noFill/>
          </p:spPr>
          <p:txBody>
            <a:bodyPr wrap="square" rtlCol="0">
              <a:spAutoFit/>
            </a:bodyPr>
            <a:lstStyle/>
            <a:p>
              <a:pPr algn="ctr"/>
              <a:r>
                <a:rPr kumimoji="1" lang="en-US" altLang="ja-JP" sz="2000" dirty="0" err="1">
                  <a:hlinkClick r:id="rId8"/>
                </a:rPr>
                <a:t>rcl_logging_syslog</a:t>
              </a:r>
              <a:endParaRPr kumimoji="1" lang="ja-JP" altLang="en-US" sz="2000" dirty="0"/>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96"/>
        <p:cNvGrpSpPr/>
        <p:nvPr/>
      </p:nvGrpSpPr>
      <p:grpSpPr>
        <a:xfrm>
          <a:off x="0" y="0"/>
          <a:ext cx="0" cy="0"/>
          <a:chOff x="0" y="0"/>
          <a:chExt cx="0" cy="0"/>
        </a:xfrm>
      </p:grpSpPr>
      <p:sp>
        <p:nvSpPr>
          <p:cNvPr id="397" name="Google Shape;397;p19"/>
          <p:cNvSpPr txBox="1">
            <a:spLocks noGrp="1"/>
          </p:cNvSpPr>
          <p:nvPr>
            <p:ph type="title"/>
          </p:nvPr>
        </p:nvSpPr>
        <p:spPr>
          <a:xfrm>
            <a:off x="431372" y="10491"/>
            <a:ext cx="11760627" cy="706595"/>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200"/>
              <a:buFont typeface="Arial"/>
              <a:buNone/>
            </a:pPr>
            <a:r>
              <a:rPr lang="ja-JP"/>
              <a:t>How to use</a:t>
            </a:r>
            <a:endParaRPr/>
          </a:p>
        </p:txBody>
      </p:sp>
      <p:sp>
        <p:nvSpPr>
          <p:cNvPr id="398" name="Google Shape;398;p19"/>
          <p:cNvSpPr txBox="1">
            <a:spLocks noGrp="1"/>
          </p:cNvSpPr>
          <p:nvPr>
            <p:ph type="sldNum" idx="12"/>
          </p:nvPr>
        </p:nvSpPr>
        <p:spPr>
          <a:xfrm>
            <a:off x="9348335" y="6535795"/>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ltLang="ja-JP" smtClean="0"/>
              <a:t>19</a:t>
            </a:fld>
            <a:r>
              <a:rPr lang="en-US" altLang="ja-JP" dirty="0"/>
              <a:t>/20</a:t>
            </a:r>
            <a:endParaRPr dirty="0"/>
          </a:p>
        </p:txBody>
      </p:sp>
      <p:sp>
        <p:nvSpPr>
          <p:cNvPr id="399" name="Google Shape;399;p19"/>
          <p:cNvSpPr/>
          <p:nvPr/>
        </p:nvSpPr>
        <p:spPr>
          <a:xfrm>
            <a:off x="585216" y="1388320"/>
            <a:ext cx="11009375" cy="1302386"/>
          </a:xfrm>
          <a:prstGeom prst="rect">
            <a:avLst/>
          </a:prstGeom>
          <a:solidFill>
            <a:schemeClr val="dk1"/>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ja-JP" sz="2000" dirty="0">
                <a:solidFill>
                  <a:schemeClr val="lt1"/>
                </a:solidFill>
                <a:latin typeface="Arial"/>
                <a:ea typeface="Arial"/>
                <a:cs typeface="Arial"/>
                <a:sym typeface="Arial"/>
              </a:rPr>
              <a:t>apt install ros-lyrical-rcl-logging-syslog</a:t>
            </a:r>
            <a:endParaRPr dirty="0"/>
          </a:p>
          <a:p>
            <a:pPr marL="0" marR="0" lvl="0" indent="0" algn="l" rtl="0">
              <a:spcBef>
                <a:spcPts val="0"/>
              </a:spcBef>
              <a:spcAft>
                <a:spcPts val="0"/>
              </a:spcAft>
              <a:buNone/>
            </a:pPr>
            <a:r>
              <a:rPr lang="ja-JP" sz="2000" dirty="0">
                <a:solidFill>
                  <a:schemeClr val="lt1"/>
                </a:solidFill>
                <a:latin typeface="Arial"/>
                <a:ea typeface="Arial"/>
                <a:cs typeface="Arial"/>
                <a:sym typeface="Arial"/>
              </a:rPr>
              <a:t>export RCL_LOGGING_IMPLEMENTATION=rcl_logging_syslog</a:t>
            </a:r>
            <a:endParaRPr sz="2000" dirty="0">
              <a:solidFill>
                <a:schemeClr val="lt1"/>
              </a:solidFill>
              <a:latin typeface="Arial"/>
              <a:ea typeface="Arial"/>
              <a:cs typeface="Arial"/>
              <a:sym typeface="Arial"/>
            </a:endParaRPr>
          </a:p>
        </p:txBody>
      </p:sp>
      <p:sp>
        <p:nvSpPr>
          <p:cNvPr id="400" name="Google Shape;400;p19"/>
          <p:cNvSpPr txBox="1"/>
          <p:nvPr/>
        </p:nvSpPr>
        <p:spPr>
          <a:xfrm>
            <a:off x="413112" y="796156"/>
            <a:ext cx="11300667"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sz="2800" b="1">
                <a:solidFill>
                  <a:srgbClr val="FF0000"/>
                </a:solidFill>
                <a:latin typeface="Arial"/>
                <a:ea typeface="Arial"/>
                <a:cs typeface="Arial"/>
                <a:sym typeface="Arial"/>
              </a:rPr>
              <a:t>We do not have to rebuild anymore !!!</a:t>
            </a:r>
            <a:endParaRPr sz="2800" b="1">
              <a:solidFill>
                <a:srgbClr val="FF0000"/>
              </a:solidFill>
              <a:latin typeface="Arial"/>
              <a:ea typeface="Arial"/>
              <a:cs typeface="Arial"/>
              <a:sym typeface="Arial"/>
            </a:endParaRPr>
          </a:p>
        </p:txBody>
      </p:sp>
      <p:sp>
        <p:nvSpPr>
          <p:cNvPr id="401" name="Google Shape;401;p19"/>
          <p:cNvSpPr txBox="1"/>
          <p:nvPr/>
        </p:nvSpPr>
        <p:spPr>
          <a:xfrm>
            <a:off x="695325" y="2881716"/>
            <a:ext cx="10801350" cy="3567240"/>
          </a:xfrm>
          <a:prstGeom prst="rect">
            <a:avLst/>
          </a:prstGeom>
          <a:noFill/>
          <a:ln>
            <a:noFill/>
          </a:ln>
        </p:spPr>
        <p:txBody>
          <a:bodyPr spcFirstLastPara="1" wrap="square" lIns="91425" tIns="45700" rIns="91425" bIns="45700" anchor="t" anchorCtr="0">
            <a:noAutofit/>
          </a:bodyPr>
          <a:lstStyle/>
          <a:p>
            <a:pPr marL="228600" marR="0" lvl="0" indent="-228600" algn="l" rtl="0">
              <a:lnSpc>
                <a:spcPct val="90000"/>
              </a:lnSpc>
              <a:spcBef>
                <a:spcPts val="0"/>
              </a:spcBef>
              <a:spcAft>
                <a:spcPts val="0"/>
              </a:spcAft>
              <a:buClr>
                <a:schemeClr val="dk1"/>
              </a:buClr>
              <a:buSzPts val="2800"/>
              <a:buFont typeface="Arial"/>
              <a:buChar char="•"/>
            </a:pPr>
            <a:r>
              <a:rPr lang="ja-JP" sz="2800" dirty="0">
                <a:solidFill>
                  <a:schemeClr val="dk1"/>
                </a:solidFill>
                <a:latin typeface="Arial"/>
                <a:ea typeface="Arial"/>
                <a:cs typeface="Arial"/>
                <a:sym typeface="Arial"/>
              </a:rPr>
              <a:t>If you use docker, either binding </a:t>
            </a:r>
            <a:r>
              <a:rPr lang="ja-JP" sz="2800" dirty="0">
                <a:solidFill>
                  <a:schemeClr val="accent1"/>
                </a:solidFill>
                <a:latin typeface="Arial"/>
                <a:ea typeface="Arial"/>
                <a:cs typeface="Arial"/>
                <a:sym typeface="Arial"/>
              </a:rPr>
              <a:t>-v /dev/log:/dev/log </a:t>
            </a:r>
            <a:r>
              <a:rPr lang="ja-JP" sz="2800" dirty="0">
                <a:solidFill>
                  <a:schemeClr val="dk1"/>
                </a:solidFill>
                <a:latin typeface="Arial"/>
                <a:ea typeface="Arial"/>
                <a:cs typeface="Arial"/>
                <a:sym typeface="Arial"/>
              </a:rPr>
              <a:t>or enable </a:t>
            </a:r>
            <a:r>
              <a:rPr lang="ja-JP" sz="2800" dirty="0">
                <a:solidFill>
                  <a:schemeClr val="accent1"/>
                </a:solidFill>
                <a:latin typeface="Arial"/>
                <a:ea typeface="Arial"/>
                <a:cs typeface="Arial"/>
                <a:sym typeface="Arial"/>
              </a:rPr>
              <a:t>rsyslogd</a:t>
            </a:r>
            <a:r>
              <a:rPr lang="ja-JP" sz="2800" dirty="0">
                <a:solidFill>
                  <a:schemeClr val="dk1"/>
                </a:solidFill>
                <a:latin typeface="Arial"/>
                <a:ea typeface="Arial"/>
                <a:cs typeface="Arial"/>
                <a:sym typeface="Arial"/>
              </a:rPr>
              <a:t> in the container.</a:t>
            </a:r>
            <a:endParaRPr dirty="0"/>
          </a:p>
          <a:p>
            <a:pPr marL="228600" marR="0" lvl="0" indent="-50800" algn="l" rtl="0">
              <a:lnSpc>
                <a:spcPct val="90000"/>
              </a:lnSpc>
              <a:spcBef>
                <a:spcPts val="1000"/>
              </a:spcBef>
              <a:spcAft>
                <a:spcPts val="0"/>
              </a:spcAft>
              <a:buClr>
                <a:schemeClr val="dk1"/>
              </a:buClr>
              <a:buSzPts val="2800"/>
              <a:buFont typeface="Arial"/>
              <a:buNone/>
            </a:pPr>
            <a:endParaRPr sz="2800" dirty="0">
              <a:solidFill>
                <a:schemeClr val="dk1"/>
              </a:solidFill>
              <a:latin typeface="Arial"/>
              <a:ea typeface="Arial"/>
              <a:cs typeface="Arial"/>
              <a:sym typeface="Arial"/>
            </a:endParaRPr>
          </a:p>
          <a:p>
            <a:pPr marL="228600" marR="0" lvl="0" indent="-228600" algn="l" rtl="0">
              <a:lnSpc>
                <a:spcPct val="90000"/>
              </a:lnSpc>
              <a:spcBef>
                <a:spcPts val="1000"/>
              </a:spcBef>
              <a:spcAft>
                <a:spcPts val="0"/>
              </a:spcAft>
              <a:buClr>
                <a:schemeClr val="dk1"/>
              </a:buClr>
              <a:buSzPts val="2800"/>
              <a:buFont typeface="Arial"/>
              <a:buChar char="•"/>
            </a:pPr>
            <a:r>
              <a:rPr lang="ja-JP" sz="2800" dirty="0">
                <a:solidFill>
                  <a:schemeClr val="dk1"/>
                </a:solidFill>
                <a:latin typeface="Arial"/>
                <a:ea typeface="Arial"/>
                <a:cs typeface="Arial"/>
                <a:sym typeface="Arial"/>
              </a:rPr>
              <a:t>See more details for </a:t>
            </a:r>
            <a:r>
              <a:rPr lang="ja-JP" sz="2800" u="sng" dirty="0">
                <a:solidFill>
                  <a:schemeClr val="dk1"/>
                </a:solidFill>
                <a:latin typeface="Arial"/>
                <a:ea typeface="Arial"/>
                <a:cs typeface="Arial"/>
                <a:sym typeface="Arial"/>
                <a:hlinkClick r:id="rId3">
                  <a:extLst>
                    <a:ext uri="{A12FA001-AC4F-418D-AE19-62706E023703}">
                      <ahyp:hlinkClr xmlns:ahyp="http://schemas.microsoft.com/office/drawing/2018/hyperlinkcolor" val="tx"/>
                    </a:ext>
                  </a:extLst>
                </a:hlinkClick>
              </a:rPr>
              <a:t>Installation Tutorial</a:t>
            </a:r>
            <a:endParaRPr sz="2800" dirty="0">
              <a:solidFill>
                <a:schemeClr val="dk1"/>
              </a:solidFill>
              <a:latin typeface="Arial"/>
              <a:ea typeface="Arial"/>
              <a:cs typeface="Arial"/>
              <a:sym typeface="Arial"/>
            </a:endParaRPr>
          </a:p>
        </p:txBody>
      </p:sp>
      <p:pic>
        <p:nvPicPr>
          <p:cNvPr id="402" name="Google Shape;402;p19"/>
          <p:cNvPicPr preferRelativeResize="0"/>
          <p:nvPr/>
        </p:nvPicPr>
        <p:blipFill rotWithShape="1">
          <a:blip r:embed="rId4">
            <a:alphaModFix/>
          </a:blip>
          <a:srcRect/>
          <a:stretch/>
        </p:blipFill>
        <p:spPr>
          <a:xfrm>
            <a:off x="8346440" y="3692579"/>
            <a:ext cx="2689860" cy="268986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8" name="Google Shape;408;p20"/>
          <p:cNvSpPr txBox="1">
            <a:spLocks noGrp="1"/>
          </p:cNvSpPr>
          <p:nvPr>
            <p:ph type="title"/>
          </p:nvPr>
        </p:nvSpPr>
        <p:spPr>
          <a:xfrm>
            <a:off x="431372" y="10491"/>
            <a:ext cx="11760627" cy="706595"/>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200"/>
              <a:buFont typeface="Arial"/>
              <a:buNone/>
            </a:pPr>
            <a:r>
              <a:rPr lang="ja-JP"/>
              <a:t>Summary</a:t>
            </a:r>
            <a:endParaRPr/>
          </a:p>
        </p:txBody>
      </p:sp>
      <p:sp>
        <p:nvSpPr>
          <p:cNvPr id="409" name="Google Shape;409;p20"/>
          <p:cNvSpPr txBox="1">
            <a:spLocks noGrp="1"/>
          </p:cNvSpPr>
          <p:nvPr>
            <p:ph type="body" idx="1"/>
          </p:nvPr>
        </p:nvSpPr>
        <p:spPr>
          <a:xfrm>
            <a:off x="431373" y="739894"/>
            <a:ext cx="11329259" cy="5584707"/>
          </a:xfrm>
          <a:prstGeom prst="rect">
            <a:avLst/>
          </a:prstGeom>
          <a:noFill/>
          <a:ln>
            <a:noFill/>
          </a:ln>
        </p:spPr>
        <p:txBody>
          <a:bodyPr spcFirstLastPara="1" wrap="square" lIns="91425" tIns="45700" rIns="91425" bIns="45700" anchor="t" anchorCtr="0">
            <a:normAutofit/>
          </a:bodyPr>
          <a:lstStyle/>
          <a:p>
            <a:pPr marL="257168" lvl="0" indent="-257168" algn="l" rtl="0">
              <a:spcBef>
                <a:spcPts val="0"/>
              </a:spcBef>
              <a:spcAft>
                <a:spcPts val="0"/>
              </a:spcAft>
              <a:buClr>
                <a:schemeClr val="dk2"/>
              </a:buClr>
              <a:buSzPts val="2400"/>
              <a:buFont typeface="Noto Sans Symbols"/>
              <a:buChar char="■"/>
            </a:pPr>
            <a:r>
              <a:rPr lang="ja-JP" b="1" dirty="0"/>
              <a:t>ros2log</a:t>
            </a:r>
            <a:endParaRPr b="1" dirty="0"/>
          </a:p>
          <a:p>
            <a:pPr marL="557199" lvl="1" indent="-214308" algn="l" rtl="0">
              <a:spcBef>
                <a:spcPts val="440"/>
              </a:spcBef>
              <a:spcAft>
                <a:spcPts val="0"/>
              </a:spcAft>
              <a:buSzPts val="2200"/>
              <a:buChar char="–"/>
            </a:pPr>
            <a:r>
              <a:rPr lang="ja-JP" dirty="0"/>
              <a:t>Developed </a:t>
            </a:r>
            <a:r>
              <a:rPr lang="en-US" altLang="ja-JP" dirty="0"/>
              <a:t>new </a:t>
            </a:r>
            <a:r>
              <a:rPr lang="ja-JP" dirty="0"/>
              <a:t>CLI </a:t>
            </a:r>
            <a:r>
              <a:rPr lang="ja-JP" b="1" dirty="0"/>
              <a:t>ros2log</a:t>
            </a:r>
            <a:r>
              <a:rPr lang="ja-JP" dirty="0"/>
              <a:t> to unify ROS 2 log control</a:t>
            </a:r>
            <a:endParaRPr dirty="0"/>
          </a:p>
          <a:p>
            <a:pPr marL="857229" lvl="2" indent="-171446" algn="l" rtl="0">
              <a:spcBef>
                <a:spcPts val="400"/>
              </a:spcBef>
              <a:spcAft>
                <a:spcPts val="0"/>
              </a:spcAft>
              <a:buSzPts val="2000"/>
              <a:buChar char="•"/>
            </a:pPr>
            <a:r>
              <a:rPr lang="ja-JP" b="1" dirty="0"/>
              <a:t>REP-0156</a:t>
            </a:r>
            <a:r>
              <a:rPr lang="ja-JP" dirty="0"/>
              <a:t> under proposal (Status: Draft)</a:t>
            </a:r>
            <a:endParaRPr lang="en-US" dirty="0"/>
          </a:p>
          <a:p>
            <a:pPr marL="557199" lvl="1" indent="-214308"/>
            <a:r>
              <a:rPr lang="en-US" altLang="ja-JP" dirty="0"/>
              <a:t>Future Work</a:t>
            </a:r>
          </a:p>
          <a:p>
            <a:pPr marL="857229" lvl="2" indent="-171446"/>
            <a:r>
              <a:rPr lang="ja-JP" altLang="ja-JP" dirty="0"/>
              <a:t>Add an API to enumerate logger names</a:t>
            </a:r>
            <a:endParaRPr lang="en-US" altLang="ja-JP" dirty="0"/>
          </a:p>
          <a:p>
            <a:pPr marL="857229" lvl="2" indent="-171446"/>
            <a:r>
              <a:rPr lang="ja-JP" altLang="ja-JP" dirty="0"/>
              <a:t>Support the </a:t>
            </a:r>
            <a:r>
              <a:rPr lang="en-US" altLang="ja-JP" dirty="0"/>
              <a:t>`</a:t>
            </a:r>
            <a:r>
              <a:rPr lang="ja-JP" altLang="ja-JP" dirty="0"/>
              <a:t>describe</a:t>
            </a:r>
            <a:r>
              <a:rPr lang="en-US" altLang="ja-JP" dirty="0"/>
              <a:t>`</a:t>
            </a:r>
            <a:r>
              <a:rPr lang="ja-JP" altLang="ja-JP" dirty="0"/>
              <a:t> subcommand and child logger control</a:t>
            </a:r>
            <a:endParaRPr lang="en-US" altLang="ja-JP" dirty="0"/>
          </a:p>
          <a:p>
            <a:pPr marL="685783" lvl="2" indent="0">
              <a:buNone/>
            </a:pPr>
            <a:r>
              <a:rPr lang="en-US" altLang="ja-JP" dirty="0"/>
              <a:t>  </a:t>
            </a:r>
            <a:r>
              <a:rPr lang="ja-JP" altLang="ja-JP" dirty="0"/>
              <a:t>→</a:t>
            </a:r>
            <a:r>
              <a:rPr lang="en-US" altLang="ja-JP" dirty="0"/>
              <a:t> M</a:t>
            </a:r>
            <a:r>
              <a:rPr lang="ja-JP" altLang="ja-JP" dirty="0"/>
              <a:t>ove REP-0156 to Finalized</a:t>
            </a:r>
          </a:p>
          <a:p>
            <a:pPr marL="857229" lvl="2" indent="-44446" algn="l" rtl="0">
              <a:spcBef>
                <a:spcPts val="400"/>
              </a:spcBef>
              <a:spcAft>
                <a:spcPts val="0"/>
              </a:spcAft>
              <a:buSzPts val="2000"/>
              <a:buNone/>
            </a:pPr>
            <a:endParaRPr dirty="0"/>
          </a:p>
          <a:p>
            <a:pPr marL="257168" lvl="0" indent="-257168" algn="l" rtl="0">
              <a:spcBef>
                <a:spcPts val="480"/>
              </a:spcBef>
              <a:spcAft>
                <a:spcPts val="0"/>
              </a:spcAft>
              <a:buClr>
                <a:schemeClr val="dk2"/>
              </a:buClr>
              <a:buSzPts val="2400"/>
              <a:buFont typeface="Noto Sans Symbols"/>
              <a:buChar char="■"/>
            </a:pPr>
            <a:r>
              <a:rPr lang="ja-JP" b="1" dirty="0"/>
              <a:t>ROS 2 logging subsystem</a:t>
            </a:r>
            <a:endParaRPr b="1" dirty="0"/>
          </a:p>
          <a:p>
            <a:pPr marL="557199" lvl="1" indent="-214307" algn="l" rtl="0">
              <a:spcBef>
                <a:spcPts val="440"/>
              </a:spcBef>
              <a:spcAft>
                <a:spcPts val="0"/>
              </a:spcAft>
              <a:buSzPts val="2200"/>
              <a:buChar char="–"/>
            </a:pPr>
            <a:r>
              <a:rPr lang="ja-JP" dirty="0"/>
              <a:t>rcl_logging_implementation has been completed</a:t>
            </a:r>
            <a:endParaRPr dirty="0"/>
          </a:p>
          <a:p>
            <a:pPr marL="557199" lvl="1" indent="-214308" algn="l" rtl="0">
              <a:spcBef>
                <a:spcPts val="440"/>
              </a:spcBef>
              <a:spcAft>
                <a:spcPts val="0"/>
              </a:spcAft>
              <a:buSzPts val="2200"/>
              <a:buChar char="–"/>
            </a:pPr>
            <a:r>
              <a:rPr lang="ja-JP" dirty="0"/>
              <a:t>maybe journald support?</a:t>
            </a:r>
            <a:endParaRPr dirty="0"/>
          </a:p>
          <a:p>
            <a:pPr marL="557199" lvl="1" indent="-214307" algn="l" rtl="0">
              <a:spcBef>
                <a:spcPts val="440"/>
              </a:spcBef>
              <a:spcAft>
                <a:spcPts val="0"/>
              </a:spcAft>
              <a:buSzPts val="2200"/>
              <a:buChar char="–"/>
            </a:pPr>
            <a:r>
              <a:rPr lang="ja-JP" dirty="0"/>
              <a:t>ROS 2 generic logging configuration </a:t>
            </a:r>
            <a:br>
              <a:rPr lang="en-US" altLang="ja-JP" dirty="0"/>
            </a:br>
            <a:r>
              <a:rPr lang="ja-JP" dirty="0"/>
              <a:t>translated into backend configuration</a:t>
            </a:r>
            <a:endParaRPr dirty="0"/>
          </a:p>
          <a:p>
            <a:pPr marL="0" lvl="0" indent="0" algn="l" rtl="0">
              <a:spcBef>
                <a:spcPts val="440"/>
              </a:spcBef>
              <a:spcAft>
                <a:spcPts val="0"/>
              </a:spcAft>
              <a:buNone/>
            </a:pPr>
            <a:endParaRPr dirty="0"/>
          </a:p>
        </p:txBody>
      </p:sp>
      <p:sp>
        <p:nvSpPr>
          <p:cNvPr id="410" name="Google Shape;410;p20"/>
          <p:cNvSpPr txBox="1">
            <a:spLocks noGrp="1"/>
          </p:cNvSpPr>
          <p:nvPr>
            <p:ph type="sldNum" idx="12"/>
          </p:nvPr>
        </p:nvSpPr>
        <p:spPr>
          <a:xfrm>
            <a:off x="9348335" y="6535795"/>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ltLang="ja-JP"/>
              <a:t>20</a:t>
            </a:fld>
            <a:r>
              <a:rPr lang="ja-JP"/>
              <a:t>/20</a:t>
            </a:r>
            <a:endParaRPr/>
          </a:p>
        </p:txBody>
      </p:sp>
      <p:pic>
        <p:nvPicPr>
          <p:cNvPr id="8" name="図 7">
            <a:extLst>
              <a:ext uri="{FF2B5EF4-FFF2-40B4-BE49-F238E27FC236}">
                <a16:creationId xmlns:a16="http://schemas.microsoft.com/office/drawing/2014/main" id="{ABCDBAE8-498F-8F34-72C1-DFA7B6A626D6}"/>
              </a:ext>
            </a:extLst>
          </p:cNvPr>
          <p:cNvPicPr>
            <a:picLocks noChangeAspect="1"/>
          </p:cNvPicPr>
          <p:nvPr/>
        </p:nvPicPr>
        <p:blipFill>
          <a:blip r:embed="rId3"/>
          <a:stretch>
            <a:fillRect/>
          </a:stretch>
        </p:blipFill>
        <p:spPr>
          <a:xfrm>
            <a:off x="9263022" y="285700"/>
            <a:ext cx="2497605" cy="2497605"/>
          </a:xfrm>
          <a:prstGeom prst="rect">
            <a:avLst/>
          </a:prstGeom>
        </p:spPr>
      </p:pic>
      <p:sp>
        <p:nvSpPr>
          <p:cNvPr id="10" name="テキスト ボックス 9">
            <a:extLst>
              <a:ext uri="{FF2B5EF4-FFF2-40B4-BE49-F238E27FC236}">
                <a16:creationId xmlns:a16="http://schemas.microsoft.com/office/drawing/2014/main" id="{E4CD5D8E-C96B-9547-CAFD-34233EFBB6E2}"/>
              </a:ext>
            </a:extLst>
          </p:cNvPr>
          <p:cNvSpPr txBox="1"/>
          <p:nvPr/>
        </p:nvSpPr>
        <p:spPr>
          <a:xfrm>
            <a:off x="9386225" y="2657023"/>
            <a:ext cx="2251198" cy="771977"/>
          </a:xfrm>
          <a:prstGeom prst="rect">
            <a:avLst/>
          </a:prstGeom>
          <a:noFill/>
        </p:spPr>
        <p:txBody>
          <a:bodyPr wrap="square">
            <a:spAutoFit/>
          </a:bodyPr>
          <a:lstStyle/>
          <a:p>
            <a:pPr algn="ctr"/>
            <a:r>
              <a:rPr lang="ja-JP" altLang="ja-JP" sz="2200" b="1" dirty="0">
                <a:solidFill>
                  <a:schemeClr val="tx1"/>
                </a:solidFill>
                <a:latin typeface="Arial"/>
                <a:ea typeface="Arial"/>
                <a:cs typeface="Arial"/>
                <a:sym typeface="Arial"/>
                <a:hlinkClick r:id="rId4"/>
              </a:rPr>
              <a:t>REP-0156</a:t>
            </a:r>
            <a:r>
              <a:rPr lang="ja-JP" altLang="ja-JP" sz="2200" dirty="0">
                <a:solidFill>
                  <a:schemeClr val="tx1"/>
                </a:solidFill>
                <a:latin typeface="Arial"/>
                <a:ea typeface="Arial"/>
                <a:cs typeface="Arial"/>
                <a:sym typeface="Arial"/>
                <a:hlinkClick r:id="rId4"/>
              </a:rPr>
              <a:t> </a:t>
            </a:r>
            <a:br>
              <a:rPr lang="en-US" altLang="ja-JP" sz="2200" dirty="0">
                <a:solidFill>
                  <a:schemeClr val="tx1"/>
                </a:solidFill>
                <a:latin typeface="Arial"/>
                <a:ea typeface="Arial"/>
                <a:cs typeface="Arial"/>
                <a:sym typeface="Arial"/>
                <a:hlinkClick r:id="rId4"/>
              </a:rPr>
            </a:br>
            <a:r>
              <a:rPr lang="en-US" altLang="ja-JP" sz="2200" dirty="0">
                <a:solidFill>
                  <a:schemeClr val="tx1"/>
                </a:solidFill>
                <a:latin typeface="Arial"/>
                <a:ea typeface="Arial"/>
                <a:cs typeface="Arial"/>
                <a:sym typeface="Arial"/>
                <a:hlinkClick r:id="rId4"/>
              </a:rPr>
              <a:t>Documentation</a:t>
            </a:r>
            <a:endParaRPr lang="ja-JP" altLang="en-US" sz="2200" dirty="0">
              <a:solidFill>
                <a:schemeClr val="tx1"/>
              </a:solidFill>
            </a:endParaRPr>
          </a:p>
        </p:txBody>
      </p:sp>
      <p:grpSp>
        <p:nvGrpSpPr>
          <p:cNvPr id="12" name="グループ化 11">
            <a:extLst>
              <a:ext uri="{FF2B5EF4-FFF2-40B4-BE49-F238E27FC236}">
                <a16:creationId xmlns:a16="http://schemas.microsoft.com/office/drawing/2014/main" id="{B69DA478-14A0-5296-FB9C-5E6605DAE60A}"/>
              </a:ext>
            </a:extLst>
          </p:cNvPr>
          <p:cNvGrpSpPr/>
          <p:nvPr/>
        </p:nvGrpSpPr>
        <p:grpSpPr>
          <a:xfrm>
            <a:off x="9068710" y="3640194"/>
            <a:ext cx="2844801" cy="2605242"/>
            <a:chOff x="9701354" y="796156"/>
            <a:chExt cx="2611120" cy="2391239"/>
          </a:xfrm>
        </p:grpSpPr>
        <p:pic>
          <p:nvPicPr>
            <p:cNvPr id="13" name="Google Shape;392;p18">
              <a:extLst>
                <a:ext uri="{FF2B5EF4-FFF2-40B4-BE49-F238E27FC236}">
                  <a16:creationId xmlns:a16="http://schemas.microsoft.com/office/drawing/2014/main" id="{29C4DD2A-8367-B867-49E1-5F084CEF976B}"/>
                </a:ext>
              </a:extLst>
            </p:cNvPr>
            <p:cNvPicPr preferRelativeResize="0"/>
            <p:nvPr/>
          </p:nvPicPr>
          <p:blipFill rotWithShape="1">
            <a:blip r:embed="rId5">
              <a:alphaModFix/>
            </a:blip>
            <a:srcRect/>
            <a:stretch/>
          </p:blipFill>
          <p:spPr>
            <a:xfrm>
              <a:off x="10039481" y="796156"/>
              <a:ext cx="1934867" cy="1934867"/>
            </a:xfrm>
            <a:prstGeom prst="rect">
              <a:avLst/>
            </a:prstGeom>
            <a:noFill/>
            <a:ln>
              <a:noFill/>
            </a:ln>
          </p:spPr>
        </p:pic>
        <p:sp>
          <p:nvSpPr>
            <p:cNvPr id="14" name="テキスト ボックス 13">
              <a:extLst>
                <a:ext uri="{FF2B5EF4-FFF2-40B4-BE49-F238E27FC236}">
                  <a16:creationId xmlns:a16="http://schemas.microsoft.com/office/drawing/2014/main" id="{083EB11B-58C3-A8EC-8889-6BAC58A20860}"/>
                </a:ext>
              </a:extLst>
            </p:cNvPr>
            <p:cNvSpPr txBox="1"/>
            <p:nvPr/>
          </p:nvSpPr>
          <p:spPr>
            <a:xfrm>
              <a:off x="9701354" y="2787285"/>
              <a:ext cx="2611120" cy="400110"/>
            </a:xfrm>
            <a:prstGeom prst="rect">
              <a:avLst/>
            </a:prstGeom>
            <a:noFill/>
          </p:spPr>
          <p:txBody>
            <a:bodyPr wrap="square" rtlCol="0">
              <a:spAutoFit/>
            </a:bodyPr>
            <a:lstStyle/>
            <a:p>
              <a:pPr algn="ctr"/>
              <a:r>
                <a:rPr kumimoji="1" lang="en-US" altLang="ja-JP" sz="2200" b="1" dirty="0" err="1">
                  <a:hlinkClick r:id="rId6"/>
                </a:rPr>
                <a:t>rcl_logging_syslog</a:t>
              </a:r>
              <a:endParaRPr kumimoji="1" lang="ja-JP" altLang="en-US" sz="2200" b="1" dirty="0"/>
            </a:p>
          </p:txBody>
        </p:sp>
      </p:grpSp>
    </p:spTree>
  </p:cSld>
  <p:clrMapOvr>
    <a:masterClrMapping/>
  </p:clrMapOvr>
</p:sld>
</file>

<file path=ppt/theme/theme1.xml><?xml version="1.0" encoding="utf-8"?>
<a:theme xmlns:a="http://schemas.openxmlformats.org/drawingml/2006/main" name="tk_lab">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5D8A654D-7420-44A3-A57B-D9C3D4209490}">
  <we:reference id="WA200010725" version="1.0.0.1" store="Omex" storeType="OMEX"/>
  <we:alternateReferences>
    <we:reference id="WA200010725" version="1.0.0.1" store="WA200010725" storeType="OMEX"/>
  </we:alternateReferences>
  <we:properties>
    <we:property name="claude.fileId" value="&quot;58d7c406-4ea5-4d07-b1f7-5d9b250ab9b4&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244</TotalTime>
  <Words>1823</Words>
  <Application>Microsoft Office PowerPoint</Application>
  <PresentationFormat>ワイド画面</PresentationFormat>
  <Paragraphs>314</Paragraphs>
  <Slides>20</Slides>
  <Notes>20</Notes>
  <HiddenSlides>0</HiddenSlides>
  <MMClips>5</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20</vt:i4>
      </vt:variant>
    </vt:vector>
  </HeadingPairs>
  <TitlesOfParts>
    <vt:vector size="25" baseType="lpstr">
      <vt:lpstr>Noto Sans Symbols</vt:lpstr>
      <vt:lpstr>Arial</vt:lpstr>
      <vt:lpstr>Calibri</vt:lpstr>
      <vt:lpstr>Consolas</vt:lpstr>
      <vt:lpstr>tk_lab</vt:lpstr>
      <vt:lpstr>PowerPoint プレゼンテーション</vt:lpstr>
      <vt:lpstr>Overview</vt:lpstr>
      <vt:lpstr>Overview</vt:lpstr>
      <vt:lpstr>Background</vt:lpstr>
      <vt:lpstr>Background</vt:lpstr>
      <vt:lpstr>Our Contributions</vt:lpstr>
      <vt:lpstr>Usage Example</vt:lpstr>
      <vt:lpstr>Usage Example</vt:lpstr>
      <vt:lpstr>Usage Example</vt:lpstr>
      <vt:lpstr>ros2log core features defined by REP-0156</vt:lpstr>
      <vt:lpstr>Implementation Details</vt:lpstr>
      <vt:lpstr>Limitation &amp; Future Work</vt:lpstr>
      <vt:lpstr>What is “REP”?</vt:lpstr>
      <vt:lpstr>Overview</vt:lpstr>
      <vt:lpstr>ROS 2 Logging Subsystem</vt:lpstr>
      <vt:lpstr>What was the pain?</vt:lpstr>
      <vt:lpstr>rcl_logging_implementation</vt:lpstr>
      <vt:lpstr>rcl_logging_syslog</vt:lpstr>
      <vt:lpstr>How to use</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Chalalai Sarakor</dc:creator>
  <cp:lastModifiedBy>fumiya-onishi@keio.jp</cp:lastModifiedBy>
  <cp:revision>35</cp:revision>
  <dcterms:created xsi:type="dcterms:W3CDTF">2013-07-30T09:55:18Z</dcterms:created>
  <dcterms:modified xsi:type="dcterms:W3CDTF">2026-08-23T17:23:32Z</dcterms:modified>
</cp:coreProperties>
</file>